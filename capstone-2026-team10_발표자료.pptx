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64" r:id="rId4"/>
    <p:sldId id="263" r:id="rId5"/>
    <p:sldId id="258" r:id="rId6"/>
    <p:sldId id="259" r:id="rId7"/>
    <p:sldId id="260" r:id="rId8"/>
    <p:sldId id="262" r:id="rId9"/>
    <p:sldId id="261"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69" autoAdjust="0"/>
  </p:normalViewPr>
  <p:slideViewPr>
    <p:cSldViewPr snapToGrid="0">
      <p:cViewPr varScale="1">
        <p:scale>
          <a:sx n="148" d="100"/>
          <a:sy n="148" d="100"/>
        </p:scale>
        <p:origin x="180" y="1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30초</a:t>
            </a:r>
          </a:p>
          <a:p>
            <a:endParaRPr dirty="0"/>
          </a:p>
          <a:p>
            <a:r>
              <a:rPr dirty="0" err="1"/>
              <a:t>안녕하세요</a:t>
            </a:r>
            <a:r>
              <a:rPr dirty="0"/>
              <a:t>. </a:t>
            </a:r>
            <a:r>
              <a:rPr dirty="0" err="1"/>
              <a:t>저희</a:t>
            </a:r>
            <a:r>
              <a:rPr dirty="0"/>
              <a:t> 팀 </a:t>
            </a:r>
            <a:r>
              <a:rPr dirty="0" err="1"/>
              <a:t>아무거나가</a:t>
            </a:r>
            <a:r>
              <a:rPr dirty="0"/>
              <a:t> </a:t>
            </a:r>
            <a:r>
              <a:rPr dirty="0" err="1"/>
              <a:t>개발한</a:t>
            </a:r>
            <a:r>
              <a:rPr dirty="0"/>
              <a:t> </a:t>
            </a:r>
            <a:r>
              <a:rPr dirty="0" err="1"/>
              <a:t>AVE를</a:t>
            </a:r>
            <a:r>
              <a:rPr dirty="0"/>
              <a:t> </a:t>
            </a:r>
            <a:r>
              <a:rPr dirty="0" err="1"/>
              <a:t>소개하겠습니다</a:t>
            </a:r>
            <a:r>
              <a:rPr dirty="0"/>
              <a:t>. </a:t>
            </a:r>
            <a:r>
              <a:rPr dirty="0" err="1"/>
              <a:t>AVE는</a:t>
            </a:r>
            <a:r>
              <a:rPr dirty="0"/>
              <a:t> 긴 </a:t>
            </a:r>
            <a:r>
              <a:rPr dirty="0" err="1"/>
              <a:t>유튜브</a:t>
            </a:r>
            <a:r>
              <a:rPr dirty="0"/>
              <a:t> </a:t>
            </a:r>
            <a:r>
              <a:rPr dirty="0" err="1"/>
              <a:t>영상이나</a:t>
            </a:r>
            <a:r>
              <a:rPr dirty="0"/>
              <a:t> </a:t>
            </a:r>
            <a:r>
              <a:rPr dirty="0" err="1"/>
              <a:t>종료된</a:t>
            </a:r>
            <a:r>
              <a:rPr dirty="0"/>
              <a:t> </a:t>
            </a:r>
            <a:r>
              <a:rPr dirty="0" err="1"/>
              <a:t>라이브</a:t>
            </a:r>
            <a:r>
              <a:rPr dirty="0"/>
              <a:t> </a:t>
            </a:r>
            <a:r>
              <a:rPr dirty="0" err="1"/>
              <a:t>방송에서</a:t>
            </a:r>
            <a:r>
              <a:rPr dirty="0"/>
              <a:t> </a:t>
            </a:r>
            <a:r>
              <a:rPr dirty="0" err="1"/>
              <a:t>주요</a:t>
            </a:r>
            <a:r>
              <a:rPr dirty="0"/>
              <a:t> </a:t>
            </a:r>
            <a:r>
              <a:rPr dirty="0" err="1"/>
              <a:t>구간을</a:t>
            </a:r>
            <a:r>
              <a:rPr dirty="0"/>
              <a:t> </a:t>
            </a:r>
            <a:r>
              <a:rPr dirty="0" err="1"/>
              <a:t>추천하고</a:t>
            </a:r>
            <a:r>
              <a:rPr dirty="0"/>
              <a:t>, </a:t>
            </a:r>
            <a:r>
              <a:rPr dirty="0" err="1"/>
              <a:t>하나의</a:t>
            </a:r>
            <a:r>
              <a:rPr dirty="0"/>
              <a:t> </a:t>
            </a:r>
            <a:r>
              <a:rPr dirty="0" err="1"/>
              <a:t>롱폼</a:t>
            </a:r>
            <a:r>
              <a:rPr dirty="0"/>
              <a:t> </a:t>
            </a:r>
            <a:r>
              <a:rPr dirty="0" err="1"/>
              <a:t>영상으로</a:t>
            </a:r>
            <a:r>
              <a:rPr dirty="0"/>
              <a:t> </a:t>
            </a:r>
            <a:r>
              <a:rPr dirty="0" err="1"/>
              <a:t>편집하도록</a:t>
            </a:r>
            <a:r>
              <a:rPr dirty="0"/>
              <a:t> </a:t>
            </a:r>
            <a:r>
              <a:rPr dirty="0" err="1"/>
              <a:t>돕는</a:t>
            </a:r>
            <a:r>
              <a:rPr dirty="0"/>
              <a:t> </a:t>
            </a:r>
            <a:r>
              <a:rPr dirty="0" err="1"/>
              <a:t>서비스입니다</a:t>
            </a:r>
            <a:r>
              <a:rPr dirty="0"/>
              <a:t>. </a:t>
            </a:r>
            <a:r>
              <a:rPr dirty="0" err="1"/>
              <a:t>자신의</a:t>
            </a:r>
            <a:r>
              <a:rPr dirty="0"/>
              <a:t> </a:t>
            </a:r>
            <a:r>
              <a:rPr dirty="0" err="1"/>
              <a:t>방송을</a:t>
            </a:r>
            <a:r>
              <a:rPr dirty="0"/>
              <a:t> </a:t>
            </a:r>
            <a:r>
              <a:rPr dirty="0" err="1"/>
              <a:t>다시</a:t>
            </a:r>
            <a:r>
              <a:rPr dirty="0"/>
              <a:t> </a:t>
            </a:r>
            <a:r>
              <a:rPr dirty="0" err="1"/>
              <a:t>편집해</a:t>
            </a:r>
            <a:r>
              <a:rPr dirty="0"/>
              <a:t> </a:t>
            </a:r>
            <a:r>
              <a:rPr dirty="0" err="1"/>
              <a:t>올리고</a:t>
            </a:r>
            <a:r>
              <a:rPr dirty="0"/>
              <a:t> </a:t>
            </a:r>
            <a:r>
              <a:rPr dirty="0" err="1"/>
              <a:t>싶은</a:t>
            </a:r>
            <a:r>
              <a:rPr dirty="0"/>
              <a:t> </a:t>
            </a:r>
            <a:r>
              <a:rPr dirty="0" err="1"/>
              <a:t>크리에이터를</a:t>
            </a:r>
            <a:r>
              <a:rPr dirty="0"/>
              <a:t> </a:t>
            </a:r>
            <a:r>
              <a:rPr dirty="0" err="1"/>
              <a:t>주요</a:t>
            </a:r>
            <a:r>
              <a:rPr dirty="0"/>
              <a:t> </a:t>
            </a:r>
            <a:r>
              <a:rPr dirty="0" err="1"/>
              <a:t>사용자로</a:t>
            </a:r>
            <a:r>
              <a:rPr dirty="0"/>
              <a:t> </a:t>
            </a:r>
            <a:r>
              <a:rPr dirty="0" err="1"/>
              <a:t>생각했습니다</a:t>
            </a:r>
            <a:r>
              <a:rPr dirty="0"/>
              <a:t>. </a:t>
            </a:r>
            <a:r>
              <a:rPr dirty="0" err="1"/>
              <a:t>먼저</a:t>
            </a:r>
            <a:r>
              <a:rPr dirty="0"/>
              <a:t> </a:t>
            </a:r>
            <a:r>
              <a:rPr dirty="0" err="1"/>
              <a:t>어떤</a:t>
            </a:r>
            <a:r>
              <a:rPr dirty="0"/>
              <a:t> </a:t>
            </a:r>
            <a:r>
              <a:rPr dirty="0" err="1"/>
              <a:t>어려움을</a:t>
            </a:r>
            <a:r>
              <a:rPr dirty="0"/>
              <a:t> </a:t>
            </a:r>
            <a:r>
              <a:rPr dirty="0" err="1"/>
              <a:t>해결하려</a:t>
            </a:r>
            <a:r>
              <a:rPr dirty="0"/>
              <a:t> </a:t>
            </a:r>
            <a:r>
              <a:rPr dirty="0" err="1"/>
              <a:t>했는지</a:t>
            </a:r>
            <a:r>
              <a:rPr dirty="0"/>
              <a:t> </a:t>
            </a:r>
            <a:r>
              <a:rPr dirty="0" err="1"/>
              <a:t>말씀드리고</a:t>
            </a:r>
            <a:r>
              <a:rPr dirty="0"/>
              <a:t>, </a:t>
            </a:r>
            <a:r>
              <a:rPr dirty="0" err="1"/>
              <a:t>실제</a:t>
            </a:r>
            <a:r>
              <a:rPr dirty="0"/>
              <a:t> </a:t>
            </a:r>
            <a:r>
              <a:rPr dirty="0" err="1"/>
              <a:t>서비스</a:t>
            </a:r>
            <a:r>
              <a:rPr dirty="0"/>
              <a:t> </a:t>
            </a:r>
            <a:r>
              <a:rPr dirty="0" err="1"/>
              <a:t>화면과</a:t>
            </a:r>
            <a:r>
              <a:rPr dirty="0"/>
              <a:t> </a:t>
            </a:r>
            <a:r>
              <a:rPr dirty="0" err="1"/>
              <a:t>결과를</a:t>
            </a:r>
            <a:r>
              <a:rPr dirty="0"/>
              <a:t> </a:t>
            </a:r>
            <a:r>
              <a:rPr dirty="0" err="1"/>
              <a:t>보여드리겠습니다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2–3쪽.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60초</a:t>
            </a:r>
          </a:p>
          <a:p>
            <a:endParaRPr dirty="0"/>
          </a:p>
          <a:p>
            <a:r>
              <a:rPr dirty="0" err="1"/>
              <a:t>라이브</a:t>
            </a:r>
            <a:r>
              <a:rPr dirty="0"/>
              <a:t> </a:t>
            </a:r>
            <a:r>
              <a:rPr dirty="0" err="1"/>
              <a:t>방송이</a:t>
            </a:r>
            <a:r>
              <a:rPr dirty="0"/>
              <a:t> </a:t>
            </a:r>
            <a:r>
              <a:rPr dirty="0" err="1"/>
              <a:t>끝난</a:t>
            </a:r>
            <a:r>
              <a:rPr dirty="0"/>
              <a:t> </a:t>
            </a:r>
            <a:r>
              <a:rPr dirty="0" err="1"/>
              <a:t>뒤에도</a:t>
            </a:r>
            <a:r>
              <a:rPr dirty="0"/>
              <a:t> </a:t>
            </a:r>
            <a:r>
              <a:rPr dirty="0" err="1"/>
              <a:t>편집할</a:t>
            </a:r>
            <a:r>
              <a:rPr dirty="0"/>
              <a:t> </a:t>
            </a:r>
            <a:r>
              <a:rPr dirty="0" err="1"/>
              <a:t>일은</a:t>
            </a:r>
            <a:r>
              <a:rPr dirty="0"/>
              <a:t> </a:t>
            </a:r>
            <a:r>
              <a:rPr dirty="0" err="1"/>
              <a:t>남아</a:t>
            </a:r>
            <a:r>
              <a:rPr dirty="0"/>
              <a:t> </a:t>
            </a:r>
            <a:r>
              <a:rPr dirty="0" err="1"/>
              <a:t>있습니다</a:t>
            </a:r>
            <a:r>
              <a:rPr dirty="0"/>
              <a:t>. 긴 </a:t>
            </a:r>
            <a:r>
              <a:rPr dirty="0" err="1"/>
              <a:t>원본을</a:t>
            </a:r>
            <a:r>
              <a:rPr dirty="0"/>
              <a:t> </a:t>
            </a:r>
            <a:r>
              <a:rPr dirty="0" err="1"/>
              <a:t>다시</a:t>
            </a:r>
            <a:r>
              <a:rPr dirty="0"/>
              <a:t> </a:t>
            </a:r>
            <a:r>
              <a:rPr dirty="0" err="1"/>
              <a:t>확인하면서</a:t>
            </a:r>
            <a:r>
              <a:rPr dirty="0"/>
              <a:t> </a:t>
            </a:r>
            <a:r>
              <a:rPr dirty="0" err="1"/>
              <a:t>중요한</a:t>
            </a:r>
            <a:r>
              <a:rPr dirty="0"/>
              <a:t> </a:t>
            </a:r>
            <a:r>
              <a:rPr dirty="0" err="1"/>
              <a:t>장면을</a:t>
            </a:r>
            <a:r>
              <a:rPr dirty="0"/>
              <a:t> </a:t>
            </a:r>
            <a:r>
              <a:rPr dirty="0" err="1"/>
              <a:t>찾아야</a:t>
            </a:r>
            <a:r>
              <a:rPr dirty="0"/>
              <a:t> </a:t>
            </a:r>
            <a:r>
              <a:rPr dirty="0" err="1"/>
              <a:t>하고</a:t>
            </a:r>
            <a:r>
              <a:rPr dirty="0"/>
              <a:t>, 그 </a:t>
            </a:r>
            <a:r>
              <a:rPr dirty="0" err="1"/>
              <a:t>장면을</a:t>
            </a:r>
            <a:r>
              <a:rPr dirty="0"/>
              <a:t> </a:t>
            </a:r>
            <a:r>
              <a:rPr dirty="0" err="1"/>
              <a:t>이해하려면</a:t>
            </a:r>
            <a:r>
              <a:rPr dirty="0"/>
              <a:t> </a:t>
            </a:r>
            <a:r>
              <a:rPr dirty="0" err="1"/>
              <a:t>어떤</a:t>
            </a:r>
            <a:r>
              <a:rPr dirty="0"/>
              <a:t> </a:t>
            </a:r>
            <a:r>
              <a:rPr dirty="0" err="1"/>
              <a:t>설명까지</a:t>
            </a:r>
            <a:r>
              <a:rPr dirty="0"/>
              <a:t> </a:t>
            </a:r>
            <a:r>
              <a:rPr dirty="0" err="1"/>
              <a:t>남겨야</a:t>
            </a:r>
            <a:r>
              <a:rPr dirty="0"/>
              <a:t> </a:t>
            </a:r>
            <a:r>
              <a:rPr dirty="0" err="1"/>
              <a:t>할지도</a:t>
            </a:r>
            <a:r>
              <a:rPr dirty="0"/>
              <a:t> </a:t>
            </a:r>
            <a:r>
              <a:rPr dirty="0" err="1"/>
              <a:t>판단해야</a:t>
            </a:r>
            <a:r>
              <a:rPr dirty="0"/>
              <a:t> </a:t>
            </a:r>
            <a:r>
              <a:rPr dirty="0" err="1"/>
              <a:t>합니다</a:t>
            </a:r>
            <a:r>
              <a:rPr dirty="0"/>
              <a:t>. </a:t>
            </a:r>
            <a:r>
              <a:rPr dirty="0" err="1"/>
              <a:t>구간을</a:t>
            </a:r>
            <a:r>
              <a:rPr dirty="0"/>
              <a:t> </a:t>
            </a:r>
            <a:r>
              <a:rPr dirty="0" err="1"/>
              <a:t>잘라</a:t>
            </a:r>
            <a:r>
              <a:rPr dirty="0"/>
              <a:t> </a:t>
            </a:r>
            <a:r>
              <a:rPr dirty="0" err="1"/>
              <a:t>연결한</a:t>
            </a:r>
            <a:r>
              <a:rPr dirty="0"/>
              <a:t> </a:t>
            </a:r>
            <a:r>
              <a:rPr dirty="0" err="1"/>
              <a:t>다음에는</a:t>
            </a:r>
            <a:r>
              <a:rPr dirty="0"/>
              <a:t> </a:t>
            </a:r>
            <a:r>
              <a:rPr dirty="0" err="1"/>
              <a:t>자막이</a:t>
            </a:r>
            <a:r>
              <a:rPr dirty="0"/>
              <a:t> 새 </a:t>
            </a:r>
            <a:r>
              <a:rPr dirty="0" err="1"/>
              <a:t>영상의</a:t>
            </a:r>
            <a:r>
              <a:rPr dirty="0"/>
              <a:t> </a:t>
            </a:r>
            <a:r>
              <a:rPr dirty="0" err="1"/>
              <a:t>시간과</a:t>
            </a:r>
            <a:r>
              <a:rPr dirty="0"/>
              <a:t> </a:t>
            </a:r>
            <a:r>
              <a:rPr dirty="0" err="1"/>
              <a:t>맞는지도</a:t>
            </a:r>
            <a:r>
              <a:rPr dirty="0"/>
              <a:t> </a:t>
            </a:r>
            <a:r>
              <a:rPr dirty="0" err="1"/>
              <a:t>확인해야</a:t>
            </a:r>
            <a:r>
              <a:rPr dirty="0"/>
              <a:t> </a:t>
            </a:r>
            <a:r>
              <a:rPr dirty="0" err="1"/>
              <a:t>합니다</a:t>
            </a:r>
            <a:r>
              <a:rPr dirty="0"/>
              <a:t>. </a:t>
            </a:r>
            <a:r>
              <a:rPr dirty="0" err="1"/>
              <a:t>특히</a:t>
            </a:r>
            <a:r>
              <a:rPr dirty="0"/>
              <a:t> </a:t>
            </a:r>
            <a:r>
              <a:rPr dirty="0" err="1"/>
              <a:t>혼자</a:t>
            </a:r>
            <a:r>
              <a:rPr dirty="0"/>
              <a:t> </a:t>
            </a:r>
            <a:r>
              <a:rPr dirty="0" err="1"/>
              <a:t>콘텐츠를</a:t>
            </a:r>
            <a:r>
              <a:rPr dirty="0"/>
              <a:t> </a:t>
            </a:r>
            <a:r>
              <a:rPr dirty="0" err="1"/>
              <a:t>만드는</a:t>
            </a:r>
            <a:r>
              <a:rPr dirty="0"/>
              <a:t> </a:t>
            </a:r>
            <a:r>
              <a:rPr dirty="0" err="1"/>
              <a:t>사람에게는</a:t>
            </a:r>
            <a:r>
              <a:rPr dirty="0"/>
              <a:t> 이 </a:t>
            </a:r>
            <a:r>
              <a:rPr dirty="0" err="1"/>
              <a:t>모든</a:t>
            </a:r>
            <a:r>
              <a:rPr dirty="0"/>
              <a:t> </a:t>
            </a:r>
            <a:r>
              <a:rPr dirty="0" err="1"/>
              <a:t>단계가</a:t>
            </a:r>
            <a:r>
              <a:rPr dirty="0"/>
              <a:t> </a:t>
            </a:r>
            <a:r>
              <a:rPr dirty="0" err="1"/>
              <a:t>부담이</a:t>
            </a:r>
            <a:r>
              <a:rPr dirty="0"/>
              <a:t> 될 수 </a:t>
            </a:r>
            <a:r>
              <a:rPr dirty="0" err="1"/>
              <a:t>있습니다</a:t>
            </a:r>
            <a:r>
              <a:rPr dirty="0"/>
              <a:t>. </a:t>
            </a:r>
            <a:r>
              <a:rPr dirty="0" err="1"/>
              <a:t>저희는</a:t>
            </a:r>
            <a:r>
              <a:rPr dirty="0"/>
              <a:t> 이 </a:t>
            </a:r>
            <a:r>
              <a:rPr dirty="0" err="1"/>
              <a:t>과정</a:t>
            </a:r>
            <a:r>
              <a:rPr dirty="0"/>
              <a:t> 중 </a:t>
            </a:r>
            <a:r>
              <a:rPr dirty="0" err="1"/>
              <a:t>주요</a:t>
            </a:r>
            <a:r>
              <a:rPr dirty="0"/>
              <a:t> </a:t>
            </a:r>
            <a:r>
              <a:rPr dirty="0" err="1"/>
              <a:t>구간을</a:t>
            </a:r>
            <a:r>
              <a:rPr dirty="0"/>
              <a:t> </a:t>
            </a:r>
            <a:r>
              <a:rPr dirty="0" err="1"/>
              <a:t>찾고</a:t>
            </a:r>
            <a:r>
              <a:rPr dirty="0"/>
              <a:t> </a:t>
            </a:r>
            <a:r>
              <a:rPr dirty="0" err="1"/>
              <a:t>초기</a:t>
            </a:r>
            <a:r>
              <a:rPr dirty="0"/>
              <a:t> </a:t>
            </a:r>
            <a:r>
              <a:rPr dirty="0" err="1"/>
              <a:t>편집안을</a:t>
            </a:r>
            <a:r>
              <a:rPr dirty="0"/>
              <a:t> </a:t>
            </a:r>
            <a:r>
              <a:rPr dirty="0" err="1"/>
              <a:t>만드는</a:t>
            </a:r>
            <a:r>
              <a:rPr dirty="0"/>
              <a:t> </a:t>
            </a:r>
            <a:r>
              <a:rPr dirty="0" err="1"/>
              <a:t>일을</a:t>
            </a:r>
            <a:r>
              <a:rPr dirty="0"/>
              <a:t> </a:t>
            </a:r>
            <a:r>
              <a:rPr dirty="0" err="1"/>
              <a:t>지원하고자</a:t>
            </a:r>
            <a:r>
              <a:rPr dirty="0"/>
              <a:t> </a:t>
            </a:r>
            <a:r>
              <a:rPr dirty="0" err="1"/>
              <a:t>했습니다</a:t>
            </a:r>
            <a:r>
              <a:rPr dirty="0"/>
              <a:t>. 긴 </a:t>
            </a:r>
            <a:r>
              <a:rPr dirty="0" err="1"/>
              <a:t>영상의</a:t>
            </a:r>
            <a:r>
              <a:rPr dirty="0"/>
              <a:t> </a:t>
            </a:r>
            <a:r>
              <a:rPr dirty="0" err="1"/>
              <a:t>내용을</a:t>
            </a:r>
            <a:r>
              <a:rPr dirty="0"/>
              <a:t> </a:t>
            </a:r>
            <a:r>
              <a:rPr dirty="0" err="1"/>
              <a:t>어느</a:t>
            </a:r>
            <a:r>
              <a:rPr dirty="0"/>
              <a:t> </a:t>
            </a:r>
            <a:r>
              <a:rPr dirty="0" err="1"/>
              <a:t>정도</a:t>
            </a:r>
            <a:r>
              <a:rPr dirty="0"/>
              <a:t> </a:t>
            </a:r>
            <a:r>
              <a:rPr dirty="0" err="1"/>
              <a:t>유지하면서</a:t>
            </a:r>
            <a:r>
              <a:rPr dirty="0"/>
              <a:t>, </a:t>
            </a:r>
            <a:r>
              <a:rPr dirty="0" err="1"/>
              <a:t>사용</a:t>
            </a:r>
            <a:r>
              <a:rPr dirty="0"/>
              <a:t> </a:t>
            </a:r>
            <a:r>
              <a:rPr dirty="0" err="1"/>
              <a:t>목적에</a:t>
            </a:r>
            <a:r>
              <a:rPr dirty="0"/>
              <a:t> </a:t>
            </a:r>
            <a:r>
              <a:rPr dirty="0" err="1"/>
              <a:t>맞는</a:t>
            </a:r>
            <a:r>
              <a:rPr dirty="0"/>
              <a:t> </a:t>
            </a:r>
            <a:r>
              <a:rPr dirty="0" err="1"/>
              <a:t>분량으로</a:t>
            </a:r>
            <a:r>
              <a:rPr dirty="0"/>
              <a:t> </a:t>
            </a:r>
            <a:r>
              <a:rPr dirty="0" err="1"/>
              <a:t>편집하는</a:t>
            </a:r>
            <a:r>
              <a:rPr dirty="0"/>
              <a:t> </a:t>
            </a:r>
            <a:r>
              <a:rPr dirty="0" err="1"/>
              <a:t>것이</a:t>
            </a:r>
            <a:r>
              <a:rPr dirty="0"/>
              <a:t> </a:t>
            </a:r>
            <a:r>
              <a:rPr dirty="0" err="1"/>
              <a:t>목표입니다</a:t>
            </a:r>
            <a:r>
              <a:rPr dirty="0"/>
              <a:t>. </a:t>
            </a:r>
            <a:r>
              <a:rPr dirty="0" err="1"/>
              <a:t>활용</a:t>
            </a:r>
            <a:r>
              <a:rPr dirty="0"/>
              <a:t> </a:t>
            </a:r>
            <a:r>
              <a:rPr dirty="0" err="1"/>
              <a:t>대상은</a:t>
            </a:r>
            <a:r>
              <a:rPr dirty="0"/>
              <a:t> </a:t>
            </a:r>
            <a:r>
              <a:rPr dirty="0" err="1"/>
              <a:t>특정</a:t>
            </a:r>
            <a:r>
              <a:rPr dirty="0"/>
              <a:t> </a:t>
            </a:r>
            <a:r>
              <a:rPr dirty="0" err="1"/>
              <a:t>카테고리에</a:t>
            </a:r>
            <a:r>
              <a:rPr dirty="0"/>
              <a:t> </a:t>
            </a:r>
            <a:r>
              <a:rPr dirty="0" err="1"/>
              <a:t>한정하지</a:t>
            </a:r>
            <a:r>
              <a:rPr dirty="0"/>
              <a:t> </a:t>
            </a:r>
            <a:r>
              <a:rPr dirty="0" err="1"/>
              <a:t>않았습니다</a:t>
            </a:r>
            <a:r>
              <a:rPr dirty="0"/>
              <a:t>. </a:t>
            </a:r>
            <a:r>
              <a:rPr dirty="0" err="1"/>
              <a:t>뉴스와</a:t>
            </a:r>
            <a:r>
              <a:rPr dirty="0"/>
              <a:t> </a:t>
            </a:r>
            <a:r>
              <a:rPr dirty="0" err="1"/>
              <a:t>시사</a:t>
            </a:r>
            <a:r>
              <a:rPr dirty="0"/>
              <a:t>, </a:t>
            </a:r>
            <a:r>
              <a:rPr dirty="0" err="1"/>
              <a:t>과학과</a:t>
            </a:r>
            <a:r>
              <a:rPr dirty="0"/>
              <a:t> </a:t>
            </a:r>
            <a:r>
              <a:rPr dirty="0" err="1"/>
              <a:t>기술</a:t>
            </a:r>
            <a:r>
              <a:rPr dirty="0"/>
              <a:t>, </a:t>
            </a:r>
            <a:r>
              <a:rPr dirty="0" err="1"/>
              <a:t>주식과</a:t>
            </a:r>
            <a:r>
              <a:rPr dirty="0"/>
              <a:t> </a:t>
            </a:r>
            <a:r>
              <a:rPr dirty="0" err="1"/>
              <a:t>증시</a:t>
            </a:r>
            <a:r>
              <a:rPr dirty="0"/>
              <a:t>, </a:t>
            </a:r>
            <a:r>
              <a:rPr dirty="0" err="1"/>
              <a:t>교육과</a:t>
            </a:r>
            <a:r>
              <a:rPr dirty="0"/>
              <a:t> </a:t>
            </a:r>
            <a:r>
              <a:rPr dirty="0" err="1"/>
              <a:t>강의</a:t>
            </a:r>
            <a:r>
              <a:rPr dirty="0"/>
              <a:t> </a:t>
            </a:r>
            <a:r>
              <a:rPr dirty="0" err="1"/>
              <a:t>영상처럼</a:t>
            </a:r>
            <a:r>
              <a:rPr dirty="0"/>
              <a:t> </a:t>
            </a:r>
            <a:r>
              <a:rPr dirty="0" err="1"/>
              <a:t>다양한</a:t>
            </a:r>
            <a:r>
              <a:rPr dirty="0"/>
              <a:t> 긴 </a:t>
            </a:r>
            <a:r>
              <a:rPr dirty="0" err="1"/>
              <a:t>영상에</a:t>
            </a:r>
            <a:r>
              <a:rPr dirty="0"/>
              <a:t> </a:t>
            </a:r>
            <a:r>
              <a:rPr dirty="0" err="1"/>
              <a:t>적용할</a:t>
            </a:r>
            <a:r>
              <a:rPr dirty="0"/>
              <a:t> 수 </a:t>
            </a:r>
            <a:r>
              <a:rPr dirty="0" err="1"/>
              <a:t>있습니다</a:t>
            </a:r>
            <a:r>
              <a:rPr dirty="0"/>
              <a:t>. </a:t>
            </a:r>
            <a:r>
              <a:rPr dirty="0" err="1"/>
              <a:t>영상의</a:t>
            </a:r>
            <a:r>
              <a:rPr dirty="0"/>
              <a:t> </a:t>
            </a:r>
            <a:r>
              <a:rPr dirty="0" err="1"/>
              <a:t>성격에</a:t>
            </a:r>
            <a:r>
              <a:rPr dirty="0"/>
              <a:t> </a:t>
            </a:r>
            <a:r>
              <a:rPr dirty="0" err="1"/>
              <a:t>맞게</a:t>
            </a:r>
            <a:r>
              <a:rPr dirty="0"/>
              <a:t> </a:t>
            </a:r>
            <a:r>
              <a:rPr dirty="0" err="1"/>
              <a:t>분석</a:t>
            </a:r>
            <a:r>
              <a:rPr dirty="0"/>
              <a:t> </a:t>
            </a:r>
            <a:r>
              <a:rPr dirty="0" err="1"/>
              <a:t>기준을</a:t>
            </a:r>
            <a:r>
              <a:rPr dirty="0"/>
              <a:t> </a:t>
            </a:r>
            <a:r>
              <a:rPr dirty="0" err="1"/>
              <a:t>설정하고</a:t>
            </a:r>
            <a:r>
              <a:rPr dirty="0"/>
              <a:t> </a:t>
            </a:r>
            <a:r>
              <a:rPr dirty="0" err="1"/>
              <a:t>추천</a:t>
            </a:r>
            <a:r>
              <a:rPr dirty="0"/>
              <a:t> </a:t>
            </a:r>
            <a:r>
              <a:rPr dirty="0" err="1"/>
              <a:t>결과를</a:t>
            </a:r>
            <a:r>
              <a:rPr dirty="0"/>
              <a:t> </a:t>
            </a:r>
            <a:r>
              <a:rPr dirty="0" err="1"/>
              <a:t>직접</a:t>
            </a:r>
            <a:r>
              <a:rPr dirty="0"/>
              <a:t> </a:t>
            </a:r>
            <a:r>
              <a:rPr dirty="0" err="1"/>
              <a:t>조정하는</a:t>
            </a:r>
            <a:r>
              <a:rPr dirty="0"/>
              <a:t> </a:t>
            </a:r>
            <a:r>
              <a:rPr dirty="0" err="1"/>
              <a:t>방식입니다</a:t>
            </a:r>
            <a:r>
              <a:rPr dirty="0"/>
              <a:t>. 이 </a:t>
            </a:r>
            <a:r>
              <a:rPr dirty="0" err="1"/>
              <a:t>카테고리들은</a:t>
            </a:r>
            <a:r>
              <a:rPr dirty="0"/>
              <a:t> </a:t>
            </a:r>
            <a:r>
              <a:rPr dirty="0" err="1"/>
              <a:t>활용</a:t>
            </a:r>
            <a:r>
              <a:rPr dirty="0"/>
              <a:t> </a:t>
            </a:r>
            <a:r>
              <a:rPr dirty="0" err="1"/>
              <a:t>예시이며</a:t>
            </a:r>
            <a:r>
              <a:rPr dirty="0"/>
              <a:t>, </a:t>
            </a:r>
            <a:r>
              <a:rPr dirty="0" err="1"/>
              <a:t>보고서에서</a:t>
            </a:r>
            <a:r>
              <a:rPr dirty="0"/>
              <a:t> </a:t>
            </a:r>
            <a:r>
              <a:rPr dirty="0" err="1"/>
              <a:t>모든</a:t>
            </a:r>
            <a:r>
              <a:rPr dirty="0"/>
              <a:t> </a:t>
            </a:r>
            <a:r>
              <a:rPr dirty="0" err="1"/>
              <a:t>카테고리의</a:t>
            </a:r>
            <a:r>
              <a:rPr dirty="0"/>
              <a:t> </a:t>
            </a:r>
            <a:r>
              <a:rPr dirty="0" err="1"/>
              <a:t>품질을</a:t>
            </a:r>
            <a:r>
              <a:rPr dirty="0"/>
              <a:t> </a:t>
            </a:r>
            <a:r>
              <a:rPr dirty="0" err="1"/>
              <a:t>검증한</a:t>
            </a:r>
            <a:r>
              <a:rPr dirty="0"/>
              <a:t> </a:t>
            </a:r>
            <a:r>
              <a:rPr dirty="0" err="1"/>
              <a:t>것은</a:t>
            </a:r>
            <a:r>
              <a:rPr dirty="0"/>
              <a:t> </a:t>
            </a:r>
            <a:r>
              <a:rPr dirty="0" err="1"/>
              <a:t>아닙니다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2–3쪽.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F155-B79F-30BA-B633-DBD9025E0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88A2E-4B26-794C-B08D-3A4E2D16D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7B2F4-7DB4-4A19-7ECA-66EF6AC98B63}"/>
              </a:ext>
            </a:extLst>
          </p:cNvPr>
          <p:cNvSpPr>
            <a:spLocks noGrp="1"/>
          </p:cNvSpPr>
          <p:nvPr>
            <p:ph type="body" idx="1"/>
          </p:nvPr>
        </p:nvSpPr>
        <p:spPr/>
        <p:txBody>
          <a:bodyPr/>
          <a:lstStyle/>
          <a:p>
            <a:r>
              <a:rPr dirty="0" err="1"/>
              <a:t>권장</a:t>
            </a:r>
            <a:r>
              <a:rPr dirty="0"/>
              <a:t> </a:t>
            </a:r>
            <a:r>
              <a:rPr dirty="0" err="1"/>
              <a:t>발표</a:t>
            </a:r>
            <a:r>
              <a:rPr dirty="0"/>
              <a:t> </a:t>
            </a:r>
            <a:r>
              <a:rPr dirty="0" err="1"/>
              <a:t>시간</a:t>
            </a:r>
            <a:r>
              <a:rPr dirty="0"/>
              <a:t>: 60초</a:t>
            </a:r>
          </a:p>
          <a:p>
            <a:endParaRPr dirty="0"/>
          </a:p>
          <a:p>
            <a:r>
              <a:rPr dirty="0" err="1"/>
              <a:t>라이브</a:t>
            </a:r>
            <a:r>
              <a:rPr dirty="0"/>
              <a:t> </a:t>
            </a:r>
            <a:r>
              <a:rPr dirty="0" err="1"/>
              <a:t>방송이</a:t>
            </a:r>
            <a:r>
              <a:rPr dirty="0"/>
              <a:t> </a:t>
            </a:r>
            <a:r>
              <a:rPr dirty="0" err="1"/>
              <a:t>끝난</a:t>
            </a:r>
            <a:r>
              <a:rPr dirty="0"/>
              <a:t> </a:t>
            </a:r>
            <a:r>
              <a:rPr dirty="0" err="1"/>
              <a:t>뒤에도</a:t>
            </a:r>
            <a:r>
              <a:rPr dirty="0"/>
              <a:t> </a:t>
            </a:r>
            <a:r>
              <a:rPr dirty="0" err="1"/>
              <a:t>편집할</a:t>
            </a:r>
            <a:r>
              <a:rPr dirty="0"/>
              <a:t> </a:t>
            </a:r>
            <a:r>
              <a:rPr dirty="0" err="1"/>
              <a:t>일은</a:t>
            </a:r>
            <a:r>
              <a:rPr dirty="0"/>
              <a:t> </a:t>
            </a:r>
            <a:r>
              <a:rPr dirty="0" err="1"/>
              <a:t>남아</a:t>
            </a:r>
            <a:r>
              <a:rPr dirty="0"/>
              <a:t> </a:t>
            </a:r>
            <a:r>
              <a:rPr dirty="0" err="1"/>
              <a:t>있습니다</a:t>
            </a:r>
            <a:r>
              <a:rPr dirty="0"/>
              <a:t>. 긴 </a:t>
            </a:r>
            <a:r>
              <a:rPr dirty="0" err="1"/>
              <a:t>원본을</a:t>
            </a:r>
            <a:r>
              <a:rPr dirty="0"/>
              <a:t> </a:t>
            </a:r>
            <a:r>
              <a:rPr dirty="0" err="1"/>
              <a:t>다시</a:t>
            </a:r>
            <a:r>
              <a:rPr dirty="0"/>
              <a:t> </a:t>
            </a:r>
            <a:r>
              <a:rPr dirty="0" err="1"/>
              <a:t>확인하면서</a:t>
            </a:r>
            <a:r>
              <a:rPr dirty="0"/>
              <a:t> </a:t>
            </a:r>
            <a:r>
              <a:rPr dirty="0" err="1"/>
              <a:t>중요한</a:t>
            </a:r>
            <a:r>
              <a:rPr dirty="0"/>
              <a:t> </a:t>
            </a:r>
            <a:r>
              <a:rPr dirty="0" err="1"/>
              <a:t>장면을</a:t>
            </a:r>
            <a:r>
              <a:rPr dirty="0"/>
              <a:t> </a:t>
            </a:r>
            <a:r>
              <a:rPr dirty="0" err="1"/>
              <a:t>찾아야</a:t>
            </a:r>
            <a:r>
              <a:rPr dirty="0"/>
              <a:t> </a:t>
            </a:r>
            <a:r>
              <a:rPr dirty="0" err="1"/>
              <a:t>하고</a:t>
            </a:r>
            <a:r>
              <a:rPr dirty="0"/>
              <a:t>, 그 </a:t>
            </a:r>
            <a:r>
              <a:rPr dirty="0" err="1"/>
              <a:t>장면을</a:t>
            </a:r>
            <a:r>
              <a:rPr dirty="0"/>
              <a:t> </a:t>
            </a:r>
            <a:r>
              <a:rPr dirty="0" err="1"/>
              <a:t>이해하려면</a:t>
            </a:r>
            <a:r>
              <a:rPr dirty="0"/>
              <a:t> </a:t>
            </a:r>
            <a:r>
              <a:rPr dirty="0" err="1"/>
              <a:t>어떤</a:t>
            </a:r>
            <a:r>
              <a:rPr dirty="0"/>
              <a:t> </a:t>
            </a:r>
            <a:r>
              <a:rPr dirty="0" err="1"/>
              <a:t>설명까지</a:t>
            </a:r>
            <a:r>
              <a:rPr dirty="0"/>
              <a:t> </a:t>
            </a:r>
            <a:r>
              <a:rPr dirty="0" err="1"/>
              <a:t>남겨야</a:t>
            </a:r>
            <a:r>
              <a:rPr dirty="0"/>
              <a:t> </a:t>
            </a:r>
            <a:r>
              <a:rPr dirty="0" err="1"/>
              <a:t>할지도</a:t>
            </a:r>
            <a:r>
              <a:rPr dirty="0"/>
              <a:t> </a:t>
            </a:r>
            <a:r>
              <a:rPr dirty="0" err="1"/>
              <a:t>판단해야</a:t>
            </a:r>
            <a:r>
              <a:rPr dirty="0"/>
              <a:t> </a:t>
            </a:r>
            <a:r>
              <a:rPr dirty="0" err="1"/>
              <a:t>합니다</a:t>
            </a:r>
            <a:r>
              <a:rPr dirty="0"/>
              <a:t>. </a:t>
            </a:r>
            <a:r>
              <a:rPr dirty="0" err="1"/>
              <a:t>구간을</a:t>
            </a:r>
            <a:r>
              <a:rPr dirty="0"/>
              <a:t> </a:t>
            </a:r>
            <a:r>
              <a:rPr dirty="0" err="1"/>
              <a:t>잘라</a:t>
            </a:r>
            <a:r>
              <a:rPr dirty="0"/>
              <a:t> </a:t>
            </a:r>
            <a:r>
              <a:rPr dirty="0" err="1"/>
              <a:t>연결한</a:t>
            </a:r>
            <a:r>
              <a:rPr dirty="0"/>
              <a:t> </a:t>
            </a:r>
            <a:r>
              <a:rPr dirty="0" err="1"/>
              <a:t>다음에는</a:t>
            </a:r>
            <a:r>
              <a:rPr dirty="0"/>
              <a:t> </a:t>
            </a:r>
            <a:r>
              <a:rPr dirty="0" err="1"/>
              <a:t>자막이</a:t>
            </a:r>
            <a:r>
              <a:rPr dirty="0"/>
              <a:t> 새 </a:t>
            </a:r>
            <a:r>
              <a:rPr dirty="0" err="1"/>
              <a:t>영상의</a:t>
            </a:r>
            <a:r>
              <a:rPr dirty="0"/>
              <a:t> </a:t>
            </a:r>
            <a:r>
              <a:rPr dirty="0" err="1"/>
              <a:t>시간과</a:t>
            </a:r>
            <a:r>
              <a:rPr dirty="0"/>
              <a:t> </a:t>
            </a:r>
            <a:r>
              <a:rPr dirty="0" err="1"/>
              <a:t>맞는지도</a:t>
            </a:r>
            <a:r>
              <a:rPr dirty="0"/>
              <a:t> </a:t>
            </a:r>
            <a:r>
              <a:rPr dirty="0" err="1"/>
              <a:t>확인해야</a:t>
            </a:r>
            <a:r>
              <a:rPr dirty="0"/>
              <a:t> </a:t>
            </a:r>
            <a:r>
              <a:rPr dirty="0" err="1"/>
              <a:t>합니다</a:t>
            </a:r>
            <a:r>
              <a:rPr dirty="0"/>
              <a:t>. </a:t>
            </a:r>
            <a:r>
              <a:rPr dirty="0" err="1"/>
              <a:t>특히</a:t>
            </a:r>
            <a:r>
              <a:rPr dirty="0"/>
              <a:t> </a:t>
            </a:r>
            <a:r>
              <a:rPr dirty="0" err="1"/>
              <a:t>혼자</a:t>
            </a:r>
            <a:r>
              <a:rPr dirty="0"/>
              <a:t> </a:t>
            </a:r>
            <a:r>
              <a:rPr dirty="0" err="1"/>
              <a:t>콘텐츠를</a:t>
            </a:r>
            <a:r>
              <a:rPr dirty="0"/>
              <a:t> </a:t>
            </a:r>
            <a:r>
              <a:rPr dirty="0" err="1"/>
              <a:t>만드는</a:t>
            </a:r>
            <a:r>
              <a:rPr dirty="0"/>
              <a:t> </a:t>
            </a:r>
            <a:r>
              <a:rPr dirty="0" err="1"/>
              <a:t>사람에게는</a:t>
            </a:r>
            <a:r>
              <a:rPr dirty="0"/>
              <a:t> 이 </a:t>
            </a:r>
            <a:r>
              <a:rPr dirty="0" err="1"/>
              <a:t>모든</a:t>
            </a:r>
            <a:r>
              <a:rPr dirty="0"/>
              <a:t> </a:t>
            </a:r>
            <a:r>
              <a:rPr dirty="0" err="1"/>
              <a:t>단계가</a:t>
            </a:r>
            <a:r>
              <a:rPr dirty="0"/>
              <a:t> </a:t>
            </a:r>
            <a:r>
              <a:rPr dirty="0" err="1"/>
              <a:t>부담이</a:t>
            </a:r>
            <a:r>
              <a:rPr dirty="0"/>
              <a:t> 될 수 </a:t>
            </a:r>
            <a:r>
              <a:rPr dirty="0" err="1"/>
              <a:t>있습니다</a:t>
            </a:r>
            <a:r>
              <a:rPr dirty="0"/>
              <a:t>. </a:t>
            </a:r>
            <a:r>
              <a:rPr dirty="0" err="1"/>
              <a:t>저희는</a:t>
            </a:r>
            <a:r>
              <a:rPr dirty="0"/>
              <a:t> 이 </a:t>
            </a:r>
            <a:r>
              <a:rPr dirty="0" err="1"/>
              <a:t>과정</a:t>
            </a:r>
            <a:r>
              <a:rPr dirty="0"/>
              <a:t> 중 </a:t>
            </a:r>
            <a:r>
              <a:rPr dirty="0" err="1"/>
              <a:t>주요</a:t>
            </a:r>
            <a:r>
              <a:rPr dirty="0"/>
              <a:t> </a:t>
            </a:r>
            <a:r>
              <a:rPr dirty="0" err="1"/>
              <a:t>구간을</a:t>
            </a:r>
            <a:r>
              <a:rPr dirty="0"/>
              <a:t> </a:t>
            </a:r>
            <a:r>
              <a:rPr dirty="0" err="1"/>
              <a:t>찾고</a:t>
            </a:r>
            <a:r>
              <a:rPr dirty="0"/>
              <a:t> </a:t>
            </a:r>
            <a:r>
              <a:rPr dirty="0" err="1"/>
              <a:t>초기</a:t>
            </a:r>
            <a:r>
              <a:rPr dirty="0"/>
              <a:t> </a:t>
            </a:r>
            <a:r>
              <a:rPr dirty="0" err="1"/>
              <a:t>편집안을</a:t>
            </a:r>
            <a:r>
              <a:rPr dirty="0"/>
              <a:t> </a:t>
            </a:r>
            <a:r>
              <a:rPr dirty="0" err="1"/>
              <a:t>만드는</a:t>
            </a:r>
            <a:r>
              <a:rPr dirty="0"/>
              <a:t> </a:t>
            </a:r>
            <a:r>
              <a:rPr dirty="0" err="1"/>
              <a:t>일을</a:t>
            </a:r>
            <a:r>
              <a:rPr dirty="0"/>
              <a:t> </a:t>
            </a:r>
            <a:r>
              <a:rPr dirty="0" err="1"/>
              <a:t>지원하고자</a:t>
            </a:r>
            <a:r>
              <a:rPr dirty="0"/>
              <a:t> </a:t>
            </a:r>
            <a:r>
              <a:rPr dirty="0" err="1"/>
              <a:t>했습니다</a:t>
            </a:r>
            <a:r>
              <a:rPr dirty="0"/>
              <a:t>. 긴 </a:t>
            </a:r>
            <a:r>
              <a:rPr dirty="0" err="1"/>
              <a:t>영상의</a:t>
            </a:r>
            <a:r>
              <a:rPr dirty="0"/>
              <a:t> </a:t>
            </a:r>
            <a:r>
              <a:rPr dirty="0" err="1"/>
              <a:t>내용을</a:t>
            </a:r>
            <a:r>
              <a:rPr dirty="0"/>
              <a:t> </a:t>
            </a:r>
            <a:r>
              <a:rPr dirty="0" err="1"/>
              <a:t>어느</a:t>
            </a:r>
            <a:r>
              <a:rPr dirty="0"/>
              <a:t> </a:t>
            </a:r>
            <a:r>
              <a:rPr dirty="0" err="1"/>
              <a:t>정도</a:t>
            </a:r>
            <a:r>
              <a:rPr dirty="0"/>
              <a:t> </a:t>
            </a:r>
            <a:r>
              <a:rPr dirty="0" err="1"/>
              <a:t>유지하면서</a:t>
            </a:r>
            <a:r>
              <a:rPr dirty="0"/>
              <a:t>, </a:t>
            </a:r>
            <a:r>
              <a:rPr dirty="0" err="1"/>
              <a:t>사용</a:t>
            </a:r>
            <a:r>
              <a:rPr dirty="0"/>
              <a:t> </a:t>
            </a:r>
            <a:r>
              <a:rPr dirty="0" err="1"/>
              <a:t>목적에</a:t>
            </a:r>
            <a:r>
              <a:rPr dirty="0"/>
              <a:t> </a:t>
            </a:r>
            <a:r>
              <a:rPr dirty="0" err="1"/>
              <a:t>맞는</a:t>
            </a:r>
            <a:r>
              <a:rPr dirty="0"/>
              <a:t> </a:t>
            </a:r>
            <a:r>
              <a:rPr dirty="0" err="1"/>
              <a:t>분량으로</a:t>
            </a:r>
            <a:r>
              <a:rPr dirty="0"/>
              <a:t> </a:t>
            </a:r>
            <a:r>
              <a:rPr dirty="0" err="1"/>
              <a:t>편집하는</a:t>
            </a:r>
            <a:r>
              <a:rPr dirty="0"/>
              <a:t> </a:t>
            </a:r>
            <a:r>
              <a:rPr dirty="0" err="1"/>
              <a:t>것이</a:t>
            </a:r>
            <a:r>
              <a:rPr dirty="0"/>
              <a:t> </a:t>
            </a:r>
            <a:r>
              <a:rPr dirty="0" err="1"/>
              <a:t>목표입니다</a:t>
            </a:r>
            <a:r>
              <a:rPr dirty="0"/>
              <a:t>. </a:t>
            </a:r>
            <a:r>
              <a:rPr dirty="0" err="1"/>
              <a:t>활용</a:t>
            </a:r>
            <a:r>
              <a:rPr dirty="0"/>
              <a:t> </a:t>
            </a:r>
            <a:r>
              <a:rPr dirty="0" err="1"/>
              <a:t>대상은</a:t>
            </a:r>
            <a:r>
              <a:rPr dirty="0"/>
              <a:t> </a:t>
            </a:r>
            <a:r>
              <a:rPr dirty="0" err="1"/>
              <a:t>특정</a:t>
            </a:r>
            <a:r>
              <a:rPr dirty="0"/>
              <a:t> </a:t>
            </a:r>
            <a:r>
              <a:rPr dirty="0" err="1"/>
              <a:t>카테고리에</a:t>
            </a:r>
            <a:r>
              <a:rPr dirty="0"/>
              <a:t> </a:t>
            </a:r>
            <a:r>
              <a:rPr dirty="0" err="1"/>
              <a:t>한정하지</a:t>
            </a:r>
            <a:r>
              <a:rPr dirty="0"/>
              <a:t> </a:t>
            </a:r>
            <a:r>
              <a:rPr dirty="0" err="1"/>
              <a:t>않았습니다</a:t>
            </a:r>
            <a:r>
              <a:rPr dirty="0"/>
              <a:t>. </a:t>
            </a:r>
            <a:r>
              <a:rPr dirty="0" err="1"/>
              <a:t>뉴스와</a:t>
            </a:r>
            <a:r>
              <a:rPr dirty="0"/>
              <a:t> </a:t>
            </a:r>
            <a:r>
              <a:rPr dirty="0" err="1"/>
              <a:t>시사</a:t>
            </a:r>
            <a:r>
              <a:rPr dirty="0"/>
              <a:t>, </a:t>
            </a:r>
            <a:r>
              <a:rPr dirty="0" err="1"/>
              <a:t>과학과</a:t>
            </a:r>
            <a:r>
              <a:rPr dirty="0"/>
              <a:t> </a:t>
            </a:r>
            <a:r>
              <a:rPr dirty="0" err="1"/>
              <a:t>기술</a:t>
            </a:r>
            <a:r>
              <a:rPr dirty="0"/>
              <a:t>, </a:t>
            </a:r>
            <a:r>
              <a:rPr dirty="0" err="1"/>
              <a:t>주식과</a:t>
            </a:r>
            <a:r>
              <a:rPr dirty="0"/>
              <a:t> </a:t>
            </a:r>
            <a:r>
              <a:rPr dirty="0" err="1"/>
              <a:t>증시</a:t>
            </a:r>
            <a:r>
              <a:rPr dirty="0"/>
              <a:t>, </a:t>
            </a:r>
            <a:r>
              <a:rPr dirty="0" err="1"/>
              <a:t>교육과</a:t>
            </a:r>
            <a:r>
              <a:rPr dirty="0"/>
              <a:t> </a:t>
            </a:r>
            <a:r>
              <a:rPr dirty="0" err="1"/>
              <a:t>강의</a:t>
            </a:r>
            <a:r>
              <a:rPr dirty="0"/>
              <a:t> </a:t>
            </a:r>
            <a:r>
              <a:rPr dirty="0" err="1"/>
              <a:t>영상처럼</a:t>
            </a:r>
            <a:r>
              <a:rPr dirty="0"/>
              <a:t> </a:t>
            </a:r>
            <a:r>
              <a:rPr dirty="0" err="1"/>
              <a:t>다양한</a:t>
            </a:r>
            <a:r>
              <a:rPr dirty="0"/>
              <a:t> 긴 </a:t>
            </a:r>
            <a:r>
              <a:rPr dirty="0" err="1"/>
              <a:t>영상에</a:t>
            </a:r>
            <a:r>
              <a:rPr dirty="0"/>
              <a:t> </a:t>
            </a:r>
            <a:r>
              <a:rPr dirty="0" err="1"/>
              <a:t>적용할</a:t>
            </a:r>
            <a:r>
              <a:rPr dirty="0"/>
              <a:t> 수 </a:t>
            </a:r>
            <a:r>
              <a:rPr dirty="0" err="1"/>
              <a:t>있습니다</a:t>
            </a:r>
            <a:r>
              <a:rPr dirty="0"/>
              <a:t>. </a:t>
            </a:r>
            <a:r>
              <a:rPr dirty="0" err="1"/>
              <a:t>영상의</a:t>
            </a:r>
            <a:r>
              <a:rPr dirty="0"/>
              <a:t> </a:t>
            </a:r>
            <a:r>
              <a:rPr dirty="0" err="1"/>
              <a:t>성격에</a:t>
            </a:r>
            <a:r>
              <a:rPr dirty="0"/>
              <a:t> </a:t>
            </a:r>
            <a:r>
              <a:rPr dirty="0" err="1"/>
              <a:t>맞게</a:t>
            </a:r>
            <a:r>
              <a:rPr dirty="0"/>
              <a:t> </a:t>
            </a:r>
            <a:r>
              <a:rPr dirty="0" err="1"/>
              <a:t>분석</a:t>
            </a:r>
            <a:r>
              <a:rPr dirty="0"/>
              <a:t> </a:t>
            </a:r>
            <a:r>
              <a:rPr dirty="0" err="1"/>
              <a:t>기준을</a:t>
            </a:r>
            <a:r>
              <a:rPr dirty="0"/>
              <a:t> </a:t>
            </a:r>
            <a:r>
              <a:rPr dirty="0" err="1"/>
              <a:t>설정하고</a:t>
            </a:r>
            <a:r>
              <a:rPr dirty="0"/>
              <a:t> </a:t>
            </a:r>
            <a:r>
              <a:rPr dirty="0" err="1"/>
              <a:t>추천</a:t>
            </a:r>
            <a:r>
              <a:rPr dirty="0"/>
              <a:t> </a:t>
            </a:r>
            <a:r>
              <a:rPr dirty="0" err="1"/>
              <a:t>결과를</a:t>
            </a:r>
            <a:r>
              <a:rPr dirty="0"/>
              <a:t> </a:t>
            </a:r>
            <a:r>
              <a:rPr dirty="0" err="1"/>
              <a:t>직접</a:t>
            </a:r>
            <a:r>
              <a:rPr dirty="0"/>
              <a:t> </a:t>
            </a:r>
            <a:r>
              <a:rPr dirty="0" err="1"/>
              <a:t>조정하는</a:t>
            </a:r>
            <a:r>
              <a:rPr dirty="0"/>
              <a:t> </a:t>
            </a:r>
            <a:r>
              <a:rPr dirty="0" err="1"/>
              <a:t>방식입니다</a:t>
            </a:r>
            <a:r>
              <a:rPr dirty="0"/>
              <a:t>. 이 </a:t>
            </a:r>
            <a:r>
              <a:rPr dirty="0" err="1"/>
              <a:t>카테고리들은</a:t>
            </a:r>
            <a:r>
              <a:rPr dirty="0"/>
              <a:t> </a:t>
            </a:r>
            <a:r>
              <a:rPr dirty="0" err="1"/>
              <a:t>활용</a:t>
            </a:r>
            <a:r>
              <a:rPr dirty="0"/>
              <a:t> </a:t>
            </a:r>
            <a:r>
              <a:rPr dirty="0" err="1"/>
              <a:t>예시이며</a:t>
            </a:r>
            <a:r>
              <a:rPr dirty="0"/>
              <a:t>, </a:t>
            </a:r>
            <a:r>
              <a:rPr dirty="0" err="1"/>
              <a:t>보고서에서</a:t>
            </a:r>
            <a:r>
              <a:rPr dirty="0"/>
              <a:t> </a:t>
            </a:r>
            <a:r>
              <a:rPr dirty="0" err="1"/>
              <a:t>모든</a:t>
            </a:r>
            <a:r>
              <a:rPr dirty="0"/>
              <a:t> </a:t>
            </a:r>
            <a:r>
              <a:rPr dirty="0" err="1"/>
              <a:t>카테고리의</a:t>
            </a:r>
            <a:r>
              <a:rPr dirty="0"/>
              <a:t> </a:t>
            </a:r>
            <a:r>
              <a:rPr dirty="0" err="1"/>
              <a:t>품질을</a:t>
            </a:r>
            <a:r>
              <a:rPr dirty="0"/>
              <a:t> </a:t>
            </a:r>
            <a:r>
              <a:rPr dirty="0" err="1"/>
              <a:t>검증한</a:t>
            </a:r>
            <a:r>
              <a:rPr dirty="0"/>
              <a:t> </a:t>
            </a:r>
            <a:r>
              <a:rPr dirty="0" err="1"/>
              <a:t>것은</a:t>
            </a:r>
            <a:r>
              <a:rPr dirty="0"/>
              <a:t> </a:t>
            </a:r>
            <a:r>
              <a:rPr dirty="0" err="1"/>
              <a:t>아닙니다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2–3쪽.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a:extLst>
              <a:ext uri="{FF2B5EF4-FFF2-40B4-BE49-F238E27FC236}">
                <a16:creationId xmlns:a16="http://schemas.microsoft.com/office/drawing/2014/main" id="{F5A23B6D-676B-DF13-07BA-E38BA6F2B57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33427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75EE-E93A-DAC4-5C38-4E59BAE38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D4A62-9A4A-C471-CE67-418DFD172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66BB1-F723-C1A4-C4DE-E938F070294C}"/>
              </a:ext>
            </a:extLst>
          </p:cNvPr>
          <p:cNvSpPr>
            <a:spLocks noGrp="1"/>
          </p:cNvSpPr>
          <p:nvPr>
            <p:ph type="body" idx="1"/>
          </p:nvPr>
        </p:nvSpPr>
        <p:spPr/>
        <p:txBody>
          <a:bodyPr/>
          <a:lstStyle/>
          <a:p>
            <a:r>
              <a:t>권장 발표 시간: 70초</a:t>
            </a:r>
          </a:p>
          <a:p>
            <a:endParaRPr/>
          </a:p>
          <a:p>
            <a:r>
              <a:t>보고서에서는 같은 98분 원본을 다섯 가지 분량으로 요약하고, 정보 보존, 압축 효율, 불필요 반응 제거, 같은 맥락 반복 제거, 요약본 이해를 함께 평가했습니다. 모든 지표는 점수가 높을수록 해당 측면에 유리합니다. 표에서 강조한 수치는 각 지표의 최고점입니다. 약 62.5분 요약은 정보 보존 93.8점, 이해도 77점으로 가장 높았습니다. 반면 약 10분 요약은 불필요 반응 제거 76점, 반복 제거 65점으로 가장 높았습니다. 길게 만들수록 설명과 정보가 남지만, 반응과 반복도 더 많이 남는 것입니다. 압축률과 정보 보존율을 곱한 압축 효율은 약 37.5분에서 44.7점으로 가장 높았습니다. 이 결과는 길이가 길수록 무조건 좋다는 뜻도, 37.5분이 모든 영상에 최적이라는 뜻도 아닙니다. 원하는 정보량과 간결성에 맞춰 목표 분량을 정할 수 있다는 의미입니다. 이번 평가는 영상 한 건의 자막을 바탕으로 LLM이 평가한 결과이며, 다양한 카테고리에서의 품질은 추가 검증이 필요합니다.</a:t>
            </a:r>
          </a:p>
          <a:p>
            <a:endParaRPr/>
          </a:p>
          <a:p>
            <a:r>
              <a:t>출처: 2026전기 최종보고서, 팀 아무거나, 「풀 버전 라이브 스트리밍 영상을 롱-폼 영상으로 요약해주는 서비스」. 본문 37–39쪽. 화면은 보고서의 구현 사례이며 평가에 사용한 영상과 다를 수 있습니다.</a:t>
            </a:r>
          </a:p>
        </p:txBody>
      </p:sp>
      <p:sp>
        <p:nvSpPr>
          <p:cNvPr id="4" name="Slide Number Placeholder 3">
            <a:extLst>
              <a:ext uri="{FF2B5EF4-FFF2-40B4-BE49-F238E27FC236}">
                <a16:creationId xmlns:a16="http://schemas.microsoft.com/office/drawing/2014/main" id="{0B296DA4-49A0-7402-C20C-10FB33C0579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10647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55초</a:t>
            </a:r>
          </a:p>
          <a:p>
            <a:endParaRPr dirty="0"/>
          </a:p>
          <a:p>
            <a:r>
              <a:rPr dirty="0" err="1"/>
              <a:t>AVE에서</a:t>
            </a:r>
            <a:r>
              <a:rPr dirty="0"/>
              <a:t> </a:t>
            </a:r>
            <a:r>
              <a:rPr dirty="0" err="1"/>
              <a:t>집중한</a:t>
            </a:r>
            <a:r>
              <a:rPr dirty="0"/>
              <a:t> </a:t>
            </a:r>
            <a:r>
              <a:rPr dirty="0" err="1"/>
              <a:t>특징은</a:t>
            </a:r>
            <a:r>
              <a:rPr dirty="0"/>
              <a:t> </a:t>
            </a:r>
            <a:r>
              <a:rPr dirty="0" err="1"/>
              <a:t>목표</a:t>
            </a:r>
            <a:r>
              <a:rPr dirty="0"/>
              <a:t> </a:t>
            </a:r>
            <a:r>
              <a:rPr dirty="0" err="1"/>
              <a:t>분량과</a:t>
            </a:r>
            <a:r>
              <a:rPr dirty="0"/>
              <a:t> </a:t>
            </a:r>
            <a:r>
              <a:rPr dirty="0" err="1"/>
              <a:t>문맥을</a:t>
            </a:r>
            <a:r>
              <a:rPr dirty="0"/>
              <a:t> </a:t>
            </a:r>
            <a:r>
              <a:rPr dirty="0" err="1"/>
              <a:t>함께</a:t>
            </a:r>
            <a:r>
              <a:rPr dirty="0"/>
              <a:t> </a:t>
            </a:r>
            <a:r>
              <a:rPr dirty="0" err="1"/>
              <a:t>고려하는</a:t>
            </a:r>
            <a:r>
              <a:rPr dirty="0"/>
              <a:t> </a:t>
            </a:r>
            <a:r>
              <a:rPr dirty="0" err="1"/>
              <a:t>것입니다</a:t>
            </a:r>
            <a:r>
              <a:rPr dirty="0"/>
              <a:t>. </a:t>
            </a:r>
            <a:r>
              <a:rPr dirty="0" err="1"/>
              <a:t>사용자는</a:t>
            </a:r>
            <a:r>
              <a:rPr dirty="0"/>
              <a:t> </a:t>
            </a:r>
            <a:r>
              <a:rPr dirty="0" err="1"/>
              <a:t>먼저</a:t>
            </a:r>
            <a:r>
              <a:rPr dirty="0"/>
              <a:t> </a:t>
            </a:r>
            <a:r>
              <a:rPr dirty="0" err="1"/>
              <a:t>만들고</a:t>
            </a:r>
            <a:r>
              <a:rPr dirty="0"/>
              <a:t> </a:t>
            </a:r>
            <a:r>
              <a:rPr dirty="0" err="1"/>
              <a:t>싶은</a:t>
            </a:r>
            <a:r>
              <a:rPr dirty="0"/>
              <a:t> </a:t>
            </a:r>
            <a:r>
              <a:rPr dirty="0" err="1"/>
              <a:t>영상의</a:t>
            </a:r>
            <a:r>
              <a:rPr dirty="0"/>
              <a:t> </a:t>
            </a:r>
            <a:r>
              <a:rPr dirty="0" err="1"/>
              <a:t>길이를</a:t>
            </a:r>
            <a:r>
              <a:rPr dirty="0"/>
              <a:t> </a:t>
            </a:r>
            <a:r>
              <a:rPr dirty="0" err="1"/>
              <a:t>정합니다</a:t>
            </a:r>
            <a:r>
              <a:rPr dirty="0"/>
              <a:t>. </a:t>
            </a:r>
            <a:r>
              <a:rPr dirty="0" err="1"/>
              <a:t>시스템은</a:t>
            </a:r>
            <a:r>
              <a:rPr dirty="0"/>
              <a:t> </a:t>
            </a:r>
            <a:r>
              <a:rPr dirty="0" err="1"/>
              <a:t>스크립트를</a:t>
            </a:r>
            <a:r>
              <a:rPr dirty="0"/>
              <a:t> </a:t>
            </a:r>
            <a:r>
              <a:rPr dirty="0" err="1"/>
              <a:t>분석해</a:t>
            </a:r>
            <a:r>
              <a:rPr dirty="0"/>
              <a:t> </a:t>
            </a:r>
            <a:r>
              <a:rPr dirty="0" err="1"/>
              <a:t>챕터와</a:t>
            </a:r>
            <a:r>
              <a:rPr dirty="0"/>
              <a:t> </a:t>
            </a:r>
            <a:r>
              <a:rPr dirty="0" err="1"/>
              <a:t>구간을</a:t>
            </a:r>
            <a:r>
              <a:rPr dirty="0"/>
              <a:t> </a:t>
            </a:r>
            <a:r>
              <a:rPr dirty="0" err="1"/>
              <a:t>구성하고</a:t>
            </a:r>
            <a:r>
              <a:rPr dirty="0"/>
              <a:t>, </a:t>
            </a:r>
            <a:r>
              <a:rPr dirty="0" err="1"/>
              <a:t>중요한</a:t>
            </a:r>
            <a:r>
              <a:rPr dirty="0"/>
              <a:t> </a:t>
            </a:r>
            <a:r>
              <a:rPr dirty="0" err="1"/>
              <a:t>구간을</a:t>
            </a:r>
            <a:r>
              <a:rPr dirty="0"/>
              <a:t> </a:t>
            </a:r>
            <a:r>
              <a:rPr dirty="0" err="1"/>
              <a:t>중심으로</a:t>
            </a:r>
            <a:r>
              <a:rPr dirty="0"/>
              <a:t> </a:t>
            </a:r>
            <a:r>
              <a:rPr dirty="0" err="1"/>
              <a:t>추천합니다</a:t>
            </a:r>
            <a:r>
              <a:rPr dirty="0"/>
              <a:t>. </a:t>
            </a:r>
            <a:r>
              <a:rPr dirty="0" err="1"/>
              <a:t>확보할</a:t>
            </a:r>
            <a:r>
              <a:rPr dirty="0"/>
              <a:t> 수 </a:t>
            </a:r>
            <a:r>
              <a:rPr dirty="0" err="1"/>
              <a:t>있는</a:t>
            </a:r>
            <a:r>
              <a:rPr dirty="0"/>
              <a:t> </a:t>
            </a:r>
            <a:r>
              <a:rPr dirty="0" err="1"/>
              <a:t>경우에는</a:t>
            </a:r>
            <a:r>
              <a:rPr dirty="0"/>
              <a:t> </a:t>
            </a:r>
            <a:r>
              <a:rPr dirty="0" err="1"/>
              <a:t>채팅이나</a:t>
            </a:r>
            <a:r>
              <a:rPr dirty="0"/>
              <a:t> </a:t>
            </a:r>
            <a:r>
              <a:rPr dirty="0" err="1"/>
              <a:t>댓글</a:t>
            </a:r>
            <a:r>
              <a:rPr dirty="0"/>
              <a:t> </a:t>
            </a:r>
            <a:r>
              <a:rPr dirty="0" err="1"/>
              <a:t>등의</a:t>
            </a:r>
            <a:r>
              <a:rPr dirty="0"/>
              <a:t> </a:t>
            </a:r>
            <a:r>
              <a:rPr dirty="0" err="1"/>
              <a:t>반응</a:t>
            </a:r>
            <a:r>
              <a:rPr dirty="0"/>
              <a:t> </a:t>
            </a:r>
            <a:r>
              <a:rPr dirty="0" err="1"/>
              <a:t>신호도</a:t>
            </a:r>
            <a:r>
              <a:rPr dirty="0"/>
              <a:t> </a:t>
            </a:r>
            <a:r>
              <a:rPr dirty="0" err="1"/>
              <a:t>활용합니다</a:t>
            </a:r>
            <a:r>
              <a:rPr dirty="0"/>
              <a:t>. </a:t>
            </a:r>
            <a:r>
              <a:rPr dirty="0" err="1"/>
              <a:t>여기서</a:t>
            </a:r>
            <a:r>
              <a:rPr dirty="0"/>
              <a:t> </a:t>
            </a:r>
            <a:r>
              <a:rPr dirty="0" err="1"/>
              <a:t>중요한</a:t>
            </a:r>
            <a:r>
              <a:rPr dirty="0"/>
              <a:t> </a:t>
            </a:r>
            <a:r>
              <a:rPr dirty="0" err="1"/>
              <a:t>말을</a:t>
            </a:r>
            <a:r>
              <a:rPr dirty="0"/>
              <a:t> 한 </a:t>
            </a:r>
            <a:r>
              <a:rPr dirty="0" err="1"/>
              <a:t>구간만</a:t>
            </a:r>
            <a:r>
              <a:rPr dirty="0"/>
              <a:t> </a:t>
            </a:r>
            <a:r>
              <a:rPr dirty="0" err="1"/>
              <a:t>선택하면</a:t>
            </a:r>
            <a:r>
              <a:rPr dirty="0"/>
              <a:t> </a:t>
            </a:r>
            <a:r>
              <a:rPr dirty="0" err="1"/>
              <a:t>앞뒤</a:t>
            </a:r>
            <a:r>
              <a:rPr dirty="0"/>
              <a:t> </a:t>
            </a:r>
            <a:r>
              <a:rPr dirty="0" err="1"/>
              <a:t>설명이</a:t>
            </a:r>
            <a:r>
              <a:rPr dirty="0"/>
              <a:t> </a:t>
            </a:r>
            <a:r>
              <a:rPr dirty="0" err="1"/>
              <a:t>사라져</a:t>
            </a:r>
            <a:r>
              <a:rPr dirty="0"/>
              <a:t> </a:t>
            </a:r>
            <a:r>
              <a:rPr dirty="0" err="1"/>
              <a:t>이해하기</a:t>
            </a:r>
            <a:r>
              <a:rPr dirty="0"/>
              <a:t> </a:t>
            </a:r>
            <a:r>
              <a:rPr dirty="0" err="1"/>
              <a:t>어려울</a:t>
            </a:r>
            <a:r>
              <a:rPr dirty="0"/>
              <a:t> 수 </a:t>
            </a:r>
            <a:r>
              <a:rPr dirty="0" err="1"/>
              <a:t>있습니다</a:t>
            </a:r>
            <a:r>
              <a:rPr dirty="0"/>
              <a:t>. </a:t>
            </a:r>
            <a:r>
              <a:rPr dirty="0" err="1"/>
              <a:t>그래서</a:t>
            </a:r>
            <a:r>
              <a:rPr dirty="0"/>
              <a:t> </a:t>
            </a:r>
            <a:r>
              <a:rPr dirty="0" err="1"/>
              <a:t>같은</a:t>
            </a:r>
            <a:r>
              <a:rPr dirty="0"/>
              <a:t> </a:t>
            </a:r>
            <a:r>
              <a:rPr dirty="0" err="1"/>
              <a:t>챕터</a:t>
            </a:r>
            <a:r>
              <a:rPr dirty="0"/>
              <a:t> </a:t>
            </a:r>
            <a:r>
              <a:rPr dirty="0" err="1"/>
              <a:t>안에서</a:t>
            </a:r>
            <a:r>
              <a:rPr dirty="0"/>
              <a:t> </a:t>
            </a:r>
            <a:r>
              <a:rPr dirty="0" err="1"/>
              <a:t>이해에</a:t>
            </a:r>
            <a:r>
              <a:rPr dirty="0"/>
              <a:t> </a:t>
            </a:r>
            <a:r>
              <a:rPr dirty="0" err="1"/>
              <a:t>필요한</a:t>
            </a:r>
            <a:r>
              <a:rPr dirty="0"/>
              <a:t> </a:t>
            </a:r>
            <a:r>
              <a:rPr dirty="0" err="1"/>
              <a:t>관련</a:t>
            </a:r>
            <a:r>
              <a:rPr dirty="0"/>
              <a:t> </a:t>
            </a:r>
            <a:r>
              <a:rPr dirty="0" err="1"/>
              <a:t>구간도</a:t>
            </a:r>
            <a:r>
              <a:rPr dirty="0"/>
              <a:t> </a:t>
            </a:r>
            <a:r>
              <a:rPr dirty="0" err="1"/>
              <a:t>함께</a:t>
            </a:r>
            <a:r>
              <a:rPr dirty="0"/>
              <a:t> </a:t>
            </a:r>
            <a:r>
              <a:rPr dirty="0" err="1"/>
              <a:t>고려합니다</a:t>
            </a:r>
            <a:r>
              <a:rPr dirty="0"/>
              <a:t>. </a:t>
            </a:r>
            <a:r>
              <a:rPr dirty="0" err="1"/>
              <a:t>화면에는</a:t>
            </a:r>
            <a:r>
              <a:rPr dirty="0"/>
              <a:t> </a:t>
            </a:r>
            <a:r>
              <a:rPr dirty="0" err="1"/>
              <a:t>목표</a:t>
            </a:r>
            <a:r>
              <a:rPr dirty="0"/>
              <a:t> </a:t>
            </a:r>
            <a:r>
              <a:rPr dirty="0" err="1"/>
              <a:t>길이와</a:t>
            </a:r>
            <a:r>
              <a:rPr dirty="0"/>
              <a:t> </a:t>
            </a:r>
            <a:r>
              <a:rPr dirty="0" err="1"/>
              <a:t>구간별</a:t>
            </a:r>
            <a:r>
              <a:rPr dirty="0"/>
              <a:t> </a:t>
            </a:r>
            <a:r>
              <a:rPr dirty="0" err="1"/>
              <a:t>분석</a:t>
            </a:r>
            <a:r>
              <a:rPr dirty="0"/>
              <a:t> </a:t>
            </a:r>
            <a:r>
              <a:rPr dirty="0" err="1"/>
              <a:t>결과가</a:t>
            </a:r>
            <a:r>
              <a:rPr dirty="0"/>
              <a:t> </a:t>
            </a:r>
            <a:r>
              <a:rPr dirty="0" err="1"/>
              <a:t>나타납니다</a:t>
            </a:r>
            <a:r>
              <a:rPr dirty="0"/>
              <a:t>. </a:t>
            </a:r>
            <a:r>
              <a:rPr dirty="0" err="1"/>
              <a:t>다만</a:t>
            </a:r>
            <a:r>
              <a:rPr dirty="0"/>
              <a:t> </a:t>
            </a:r>
            <a:r>
              <a:rPr dirty="0" err="1"/>
              <a:t>목표</a:t>
            </a:r>
            <a:r>
              <a:rPr dirty="0"/>
              <a:t> </a:t>
            </a:r>
            <a:r>
              <a:rPr dirty="0" err="1"/>
              <a:t>길이는</a:t>
            </a:r>
            <a:r>
              <a:rPr dirty="0"/>
              <a:t> </a:t>
            </a:r>
            <a:r>
              <a:rPr dirty="0" err="1"/>
              <a:t>추천</a:t>
            </a:r>
            <a:r>
              <a:rPr dirty="0"/>
              <a:t> </a:t>
            </a:r>
            <a:r>
              <a:rPr dirty="0" err="1"/>
              <a:t>기준이므로</a:t>
            </a:r>
            <a:r>
              <a:rPr dirty="0"/>
              <a:t>, </a:t>
            </a:r>
            <a:r>
              <a:rPr dirty="0" err="1"/>
              <a:t>문맥과</a:t>
            </a:r>
            <a:r>
              <a:rPr dirty="0"/>
              <a:t> </a:t>
            </a:r>
            <a:r>
              <a:rPr dirty="0" err="1"/>
              <a:t>구간</a:t>
            </a:r>
            <a:r>
              <a:rPr dirty="0"/>
              <a:t> </a:t>
            </a:r>
            <a:r>
              <a:rPr dirty="0" err="1"/>
              <a:t>길이에</a:t>
            </a:r>
            <a:r>
              <a:rPr dirty="0"/>
              <a:t> </a:t>
            </a:r>
            <a:r>
              <a:rPr dirty="0" err="1"/>
              <a:t>따라</a:t>
            </a:r>
            <a:r>
              <a:rPr dirty="0"/>
              <a:t> </a:t>
            </a:r>
            <a:r>
              <a:rPr dirty="0" err="1"/>
              <a:t>실제</a:t>
            </a:r>
            <a:r>
              <a:rPr dirty="0"/>
              <a:t> </a:t>
            </a:r>
            <a:r>
              <a:rPr dirty="0" err="1"/>
              <a:t>완성</a:t>
            </a:r>
            <a:r>
              <a:rPr dirty="0"/>
              <a:t> </a:t>
            </a:r>
            <a:r>
              <a:rPr dirty="0" err="1"/>
              <a:t>영상의</a:t>
            </a:r>
            <a:r>
              <a:rPr dirty="0"/>
              <a:t> </a:t>
            </a:r>
            <a:r>
              <a:rPr dirty="0" err="1"/>
              <a:t>길이는</a:t>
            </a:r>
            <a:r>
              <a:rPr dirty="0"/>
              <a:t> </a:t>
            </a:r>
            <a:r>
              <a:rPr dirty="0" err="1"/>
              <a:t>조금</a:t>
            </a:r>
            <a:r>
              <a:rPr dirty="0"/>
              <a:t> </a:t>
            </a:r>
            <a:r>
              <a:rPr dirty="0" err="1"/>
              <a:t>달라질</a:t>
            </a:r>
            <a:r>
              <a:rPr dirty="0"/>
              <a:t> 수 </a:t>
            </a:r>
            <a:r>
              <a:rPr dirty="0" err="1"/>
              <a:t>있습니다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23–25, 33–34쪽.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80초</a:t>
            </a:r>
          </a:p>
          <a:p>
            <a:endParaRPr dirty="0"/>
          </a:p>
          <a:p>
            <a:r>
              <a:rPr dirty="0" err="1"/>
              <a:t>실제</a:t>
            </a:r>
            <a:r>
              <a:rPr dirty="0"/>
              <a:t> </a:t>
            </a:r>
            <a:r>
              <a:rPr dirty="0" err="1"/>
              <a:t>사용</a:t>
            </a:r>
            <a:r>
              <a:rPr dirty="0"/>
              <a:t> </a:t>
            </a:r>
            <a:r>
              <a:rPr dirty="0" err="1"/>
              <a:t>과정은</a:t>
            </a:r>
            <a:r>
              <a:rPr dirty="0"/>
              <a:t> </a:t>
            </a:r>
            <a:r>
              <a:rPr dirty="0" err="1"/>
              <a:t>다음과</a:t>
            </a:r>
            <a:r>
              <a:rPr dirty="0"/>
              <a:t> </a:t>
            </a:r>
            <a:r>
              <a:rPr dirty="0" err="1"/>
              <a:t>같습니다</a:t>
            </a:r>
            <a:r>
              <a:rPr dirty="0"/>
              <a:t>. </a:t>
            </a:r>
            <a:r>
              <a:rPr dirty="0" err="1"/>
              <a:t>영상</a:t>
            </a:r>
            <a:r>
              <a:rPr dirty="0"/>
              <a:t> </a:t>
            </a:r>
            <a:r>
              <a:rPr dirty="0" err="1"/>
              <a:t>주소를</a:t>
            </a:r>
            <a:r>
              <a:rPr dirty="0"/>
              <a:t> </a:t>
            </a:r>
            <a:r>
              <a:rPr dirty="0" err="1"/>
              <a:t>입력하면</a:t>
            </a:r>
            <a:r>
              <a:rPr dirty="0"/>
              <a:t> </a:t>
            </a:r>
            <a:r>
              <a:rPr dirty="0" err="1"/>
              <a:t>서비스가</a:t>
            </a:r>
            <a:r>
              <a:rPr dirty="0"/>
              <a:t> </a:t>
            </a:r>
            <a:r>
              <a:rPr dirty="0" err="1"/>
              <a:t>영상</a:t>
            </a:r>
            <a:r>
              <a:rPr dirty="0"/>
              <a:t> </a:t>
            </a:r>
            <a:r>
              <a:rPr dirty="0" err="1"/>
              <a:t>정보와</a:t>
            </a:r>
            <a:r>
              <a:rPr dirty="0"/>
              <a:t> </a:t>
            </a:r>
            <a:r>
              <a:rPr dirty="0" err="1"/>
              <a:t>분석에</a:t>
            </a:r>
            <a:r>
              <a:rPr dirty="0"/>
              <a:t> </a:t>
            </a:r>
            <a:r>
              <a:rPr dirty="0" err="1"/>
              <a:t>필요한</a:t>
            </a:r>
            <a:r>
              <a:rPr dirty="0"/>
              <a:t> </a:t>
            </a:r>
            <a:r>
              <a:rPr dirty="0" err="1"/>
              <a:t>자료를</a:t>
            </a:r>
            <a:r>
              <a:rPr dirty="0"/>
              <a:t> </a:t>
            </a:r>
            <a:r>
              <a:rPr dirty="0" err="1"/>
              <a:t>수집합니다</a:t>
            </a:r>
            <a:r>
              <a:rPr dirty="0"/>
              <a:t>. </a:t>
            </a:r>
            <a:r>
              <a:rPr dirty="0" err="1"/>
              <a:t>먼저</a:t>
            </a:r>
            <a:r>
              <a:rPr dirty="0"/>
              <a:t> </a:t>
            </a:r>
            <a:r>
              <a:rPr dirty="0" err="1"/>
              <a:t>스크립트</a:t>
            </a:r>
            <a:r>
              <a:rPr dirty="0"/>
              <a:t> </a:t>
            </a:r>
            <a:r>
              <a:rPr dirty="0" err="1"/>
              <a:t>소스와</a:t>
            </a:r>
            <a:r>
              <a:rPr dirty="0"/>
              <a:t> </a:t>
            </a:r>
            <a:r>
              <a:rPr dirty="0" err="1"/>
              <a:t>분석</a:t>
            </a:r>
            <a:r>
              <a:rPr dirty="0"/>
              <a:t> </a:t>
            </a:r>
            <a:r>
              <a:rPr dirty="0" err="1"/>
              <a:t>조건을</a:t>
            </a:r>
            <a:r>
              <a:rPr dirty="0"/>
              <a:t> </a:t>
            </a:r>
            <a:r>
              <a:rPr dirty="0" err="1"/>
              <a:t>확인합니다</a:t>
            </a:r>
            <a:r>
              <a:rPr dirty="0"/>
              <a:t>. </a:t>
            </a:r>
            <a:r>
              <a:rPr dirty="0" err="1"/>
              <a:t>기존</a:t>
            </a:r>
            <a:r>
              <a:rPr dirty="0"/>
              <a:t> </a:t>
            </a:r>
            <a:r>
              <a:rPr dirty="0" err="1"/>
              <a:t>자막이나</a:t>
            </a:r>
            <a:r>
              <a:rPr dirty="0"/>
              <a:t> </a:t>
            </a:r>
            <a:r>
              <a:rPr dirty="0" err="1"/>
              <a:t>음성</a:t>
            </a:r>
            <a:r>
              <a:rPr dirty="0"/>
              <a:t> </a:t>
            </a:r>
            <a:r>
              <a:rPr dirty="0" err="1"/>
              <a:t>인식</a:t>
            </a:r>
            <a:r>
              <a:rPr dirty="0"/>
              <a:t> </a:t>
            </a:r>
            <a:r>
              <a:rPr dirty="0" err="1"/>
              <a:t>결과를</a:t>
            </a:r>
            <a:r>
              <a:rPr dirty="0"/>
              <a:t> </a:t>
            </a:r>
            <a:r>
              <a:rPr dirty="0" err="1"/>
              <a:t>바탕으로</a:t>
            </a:r>
            <a:r>
              <a:rPr dirty="0"/>
              <a:t> </a:t>
            </a:r>
            <a:r>
              <a:rPr dirty="0" err="1"/>
              <a:t>내용을</a:t>
            </a:r>
            <a:r>
              <a:rPr dirty="0"/>
              <a:t> </a:t>
            </a:r>
            <a:r>
              <a:rPr dirty="0" err="1"/>
              <a:t>분석할</a:t>
            </a:r>
            <a:r>
              <a:rPr dirty="0"/>
              <a:t> 수 </a:t>
            </a:r>
            <a:r>
              <a:rPr dirty="0" err="1"/>
              <a:t>있습니다</a:t>
            </a:r>
            <a:r>
              <a:rPr dirty="0"/>
              <a:t>. </a:t>
            </a:r>
            <a:r>
              <a:rPr dirty="0" err="1"/>
              <a:t>사용자는</a:t>
            </a:r>
            <a:r>
              <a:rPr dirty="0"/>
              <a:t> </a:t>
            </a:r>
            <a:r>
              <a:rPr dirty="0" err="1"/>
              <a:t>분석</a:t>
            </a:r>
            <a:r>
              <a:rPr dirty="0"/>
              <a:t> </a:t>
            </a:r>
            <a:r>
              <a:rPr dirty="0" err="1"/>
              <a:t>기준을</a:t>
            </a:r>
            <a:r>
              <a:rPr dirty="0"/>
              <a:t> </a:t>
            </a:r>
            <a:r>
              <a:rPr dirty="0" err="1"/>
              <a:t>확인한</a:t>
            </a:r>
            <a:r>
              <a:rPr dirty="0"/>
              <a:t> 뒤 </a:t>
            </a:r>
            <a:r>
              <a:rPr dirty="0" err="1"/>
              <a:t>챕터와</a:t>
            </a:r>
            <a:r>
              <a:rPr dirty="0"/>
              <a:t> </a:t>
            </a:r>
            <a:r>
              <a:rPr dirty="0" err="1"/>
              <a:t>구간의</a:t>
            </a:r>
            <a:r>
              <a:rPr dirty="0"/>
              <a:t> </a:t>
            </a:r>
            <a:r>
              <a:rPr dirty="0" err="1"/>
              <a:t>결과를</a:t>
            </a:r>
            <a:r>
              <a:rPr dirty="0"/>
              <a:t> </a:t>
            </a:r>
            <a:r>
              <a:rPr dirty="0" err="1"/>
              <a:t>살펴보고</a:t>
            </a:r>
            <a:r>
              <a:rPr dirty="0"/>
              <a:t>, </a:t>
            </a:r>
            <a:r>
              <a:rPr dirty="0" err="1"/>
              <a:t>목표</a:t>
            </a:r>
            <a:r>
              <a:rPr dirty="0"/>
              <a:t> </a:t>
            </a:r>
            <a:r>
              <a:rPr dirty="0" err="1"/>
              <a:t>길이를</a:t>
            </a:r>
            <a:r>
              <a:rPr dirty="0"/>
              <a:t> </a:t>
            </a:r>
            <a:r>
              <a:rPr dirty="0" err="1"/>
              <a:t>설정해</a:t>
            </a:r>
            <a:r>
              <a:rPr dirty="0"/>
              <a:t> </a:t>
            </a:r>
            <a:r>
              <a:rPr dirty="0" err="1"/>
              <a:t>추천을</a:t>
            </a:r>
            <a:r>
              <a:rPr dirty="0"/>
              <a:t> </a:t>
            </a:r>
            <a:r>
              <a:rPr dirty="0" err="1"/>
              <a:t>진행합니다</a:t>
            </a:r>
            <a:r>
              <a:rPr dirty="0"/>
              <a:t>. </a:t>
            </a:r>
            <a:r>
              <a:rPr dirty="0" err="1"/>
              <a:t>오른쪽</a:t>
            </a:r>
            <a:r>
              <a:rPr dirty="0"/>
              <a:t> </a:t>
            </a:r>
            <a:r>
              <a:rPr dirty="0" err="1"/>
              <a:t>화면에서</a:t>
            </a:r>
            <a:r>
              <a:rPr dirty="0"/>
              <a:t> </a:t>
            </a:r>
            <a:r>
              <a:rPr dirty="0" err="1"/>
              <a:t>자동</a:t>
            </a:r>
            <a:r>
              <a:rPr dirty="0"/>
              <a:t> </a:t>
            </a:r>
            <a:r>
              <a:rPr dirty="0" err="1"/>
              <a:t>추천</a:t>
            </a:r>
            <a:r>
              <a:rPr dirty="0"/>
              <a:t> </a:t>
            </a:r>
            <a:r>
              <a:rPr dirty="0" err="1"/>
              <a:t>이후에</a:t>
            </a:r>
            <a:r>
              <a:rPr dirty="0"/>
              <a:t> </a:t>
            </a:r>
            <a:r>
              <a:rPr dirty="0" err="1"/>
              <a:t>구간을</a:t>
            </a:r>
            <a:r>
              <a:rPr dirty="0"/>
              <a:t> </a:t>
            </a:r>
            <a:r>
              <a:rPr dirty="0" err="1"/>
              <a:t>확인할</a:t>
            </a:r>
            <a:r>
              <a:rPr dirty="0"/>
              <a:t> 수 </a:t>
            </a:r>
            <a:r>
              <a:rPr dirty="0" err="1"/>
              <a:t>있습니다</a:t>
            </a:r>
            <a:r>
              <a:rPr dirty="0"/>
              <a:t>. </a:t>
            </a:r>
            <a:r>
              <a:rPr dirty="0" err="1"/>
              <a:t>구간의</a:t>
            </a:r>
            <a:r>
              <a:rPr dirty="0"/>
              <a:t> </a:t>
            </a:r>
            <a:r>
              <a:rPr dirty="0" err="1"/>
              <a:t>내용을</a:t>
            </a:r>
            <a:r>
              <a:rPr dirty="0"/>
              <a:t> </a:t>
            </a:r>
            <a:r>
              <a:rPr dirty="0" err="1"/>
              <a:t>읽고</a:t>
            </a:r>
            <a:r>
              <a:rPr dirty="0"/>
              <a:t> </a:t>
            </a:r>
            <a:r>
              <a:rPr dirty="0" err="1"/>
              <a:t>미리보기를</a:t>
            </a:r>
            <a:r>
              <a:rPr dirty="0"/>
              <a:t> </a:t>
            </a:r>
            <a:r>
              <a:rPr dirty="0" err="1"/>
              <a:t>통해</a:t>
            </a:r>
            <a:r>
              <a:rPr dirty="0"/>
              <a:t> </a:t>
            </a:r>
            <a:r>
              <a:rPr dirty="0" err="1"/>
              <a:t>실제</a:t>
            </a:r>
            <a:r>
              <a:rPr dirty="0"/>
              <a:t> </a:t>
            </a:r>
            <a:r>
              <a:rPr dirty="0" err="1"/>
              <a:t>장면을</a:t>
            </a:r>
            <a:r>
              <a:rPr dirty="0"/>
              <a:t> </a:t>
            </a:r>
            <a:r>
              <a:rPr dirty="0" err="1"/>
              <a:t>확인할</a:t>
            </a:r>
            <a:r>
              <a:rPr dirty="0"/>
              <a:t> 수 </a:t>
            </a:r>
            <a:r>
              <a:rPr dirty="0" err="1"/>
              <a:t>있습니다</a:t>
            </a:r>
            <a:r>
              <a:rPr dirty="0"/>
              <a:t>. </a:t>
            </a:r>
            <a:r>
              <a:rPr dirty="0" err="1"/>
              <a:t>추천에서</a:t>
            </a:r>
            <a:r>
              <a:rPr dirty="0"/>
              <a:t> </a:t>
            </a:r>
            <a:r>
              <a:rPr dirty="0" err="1"/>
              <a:t>빠졌지만</a:t>
            </a:r>
            <a:r>
              <a:rPr dirty="0"/>
              <a:t> </a:t>
            </a:r>
            <a:r>
              <a:rPr dirty="0" err="1"/>
              <a:t>필요한</a:t>
            </a:r>
            <a:r>
              <a:rPr dirty="0"/>
              <a:t> </a:t>
            </a:r>
            <a:r>
              <a:rPr dirty="0" err="1"/>
              <a:t>구간은</a:t>
            </a:r>
            <a:r>
              <a:rPr dirty="0"/>
              <a:t> </a:t>
            </a:r>
            <a:r>
              <a:rPr dirty="0" err="1"/>
              <a:t>추가하고</a:t>
            </a:r>
            <a:r>
              <a:rPr dirty="0"/>
              <a:t>, </a:t>
            </a:r>
            <a:r>
              <a:rPr dirty="0" err="1"/>
              <a:t>편집</a:t>
            </a:r>
            <a:r>
              <a:rPr dirty="0"/>
              <a:t> </a:t>
            </a:r>
            <a:r>
              <a:rPr dirty="0" err="1"/>
              <a:t>의도와</a:t>
            </a:r>
            <a:r>
              <a:rPr dirty="0"/>
              <a:t> </a:t>
            </a:r>
            <a:r>
              <a:rPr dirty="0" err="1"/>
              <a:t>맞지</a:t>
            </a:r>
            <a:r>
              <a:rPr dirty="0"/>
              <a:t> </a:t>
            </a:r>
            <a:r>
              <a:rPr dirty="0" err="1"/>
              <a:t>않는</a:t>
            </a:r>
            <a:r>
              <a:rPr dirty="0"/>
              <a:t> </a:t>
            </a:r>
            <a:r>
              <a:rPr dirty="0" err="1"/>
              <a:t>구간은</a:t>
            </a:r>
            <a:r>
              <a:rPr dirty="0"/>
              <a:t> </a:t>
            </a:r>
            <a:r>
              <a:rPr dirty="0" err="1"/>
              <a:t>선택에서</a:t>
            </a:r>
            <a:r>
              <a:rPr dirty="0"/>
              <a:t> </a:t>
            </a:r>
            <a:r>
              <a:rPr dirty="0" err="1"/>
              <a:t>제외합니다</a:t>
            </a:r>
            <a:r>
              <a:rPr dirty="0"/>
              <a:t>. </a:t>
            </a:r>
            <a:r>
              <a:rPr dirty="0" err="1"/>
              <a:t>챕터나</a:t>
            </a:r>
            <a:r>
              <a:rPr dirty="0"/>
              <a:t> </a:t>
            </a:r>
            <a:r>
              <a:rPr dirty="0" err="1"/>
              <a:t>섹션</a:t>
            </a:r>
            <a:r>
              <a:rPr dirty="0"/>
              <a:t> </a:t>
            </a:r>
            <a:r>
              <a:rPr dirty="0" err="1"/>
              <a:t>단위로</a:t>
            </a:r>
            <a:r>
              <a:rPr dirty="0"/>
              <a:t> </a:t>
            </a:r>
            <a:r>
              <a:rPr dirty="0" err="1"/>
              <a:t>선택을</a:t>
            </a:r>
            <a:r>
              <a:rPr dirty="0"/>
              <a:t> </a:t>
            </a:r>
            <a:r>
              <a:rPr dirty="0" err="1"/>
              <a:t>변경하면서</a:t>
            </a:r>
            <a:r>
              <a:rPr dirty="0"/>
              <a:t> </a:t>
            </a:r>
            <a:r>
              <a:rPr dirty="0" err="1"/>
              <a:t>현재</a:t>
            </a:r>
            <a:r>
              <a:rPr dirty="0"/>
              <a:t> </a:t>
            </a:r>
            <a:r>
              <a:rPr dirty="0" err="1"/>
              <a:t>선택한</a:t>
            </a:r>
            <a:r>
              <a:rPr dirty="0"/>
              <a:t> </a:t>
            </a:r>
            <a:r>
              <a:rPr dirty="0" err="1"/>
              <a:t>전체</a:t>
            </a:r>
            <a:r>
              <a:rPr dirty="0"/>
              <a:t> </a:t>
            </a:r>
            <a:r>
              <a:rPr dirty="0" err="1"/>
              <a:t>길이도</a:t>
            </a:r>
            <a:r>
              <a:rPr dirty="0"/>
              <a:t> </a:t>
            </a:r>
            <a:r>
              <a:rPr dirty="0" err="1"/>
              <a:t>확인합니다</a:t>
            </a:r>
            <a:r>
              <a:rPr dirty="0"/>
              <a:t>. </a:t>
            </a:r>
            <a:r>
              <a:rPr dirty="0" err="1"/>
              <a:t>이처럼</a:t>
            </a:r>
            <a:r>
              <a:rPr dirty="0"/>
              <a:t> </a:t>
            </a:r>
            <a:r>
              <a:rPr dirty="0" err="1"/>
              <a:t>AI가</a:t>
            </a:r>
            <a:r>
              <a:rPr dirty="0"/>
              <a:t> </a:t>
            </a:r>
            <a:r>
              <a:rPr dirty="0" err="1"/>
              <a:t>처음</a:t>
            </a:r>
            <a:r>
              <a:rPr dirty="0"/>
              <a:t> </a:t>
            </a:r>
            <a:r>
              <a:rPr dirty="0" err="1"/>
              <a:t>제안한</a:t>
            </a:r>
            <a:r>
              <a:rPr dirty="0"/>
              <a:t> </a:t>
            </a:r>
            <a:r>
              <a:rPr dirty="0" err="1"/>
              <a:t>편집안을</a:t>
            </a:r>
            <a:r>
              <a:rPr dirty="0"/>
              <a:t> </a:t>
            </a:r>
            <a:r>
              <a:rPr dirty="0" err="1"/>
              <a:t>사용자가</a:t>
            </a:r>
            <a:r>
              <a:rPr dirty="0"/>
              <a:t> </a:t>
            </a:r>
            <a:r>
              <a:rPr dirty="0" err="1"/>
              <a:t>검토하고</a:t>
            </a:r>
            <a:r>
              <a:rPr dirty="0"/>
              <a:t> </a:t>
            </a:r>
            <a:r>
              <a:rPr dirty="0" err="1"/>
              <a:t>최종</a:t>
            </a:r>
            <a:r>
              <a:rPr dirty="0"/>
              <a:t> </a:t>
            </a:r>
            <a:r>
              <a:rPr dirty="0" err="1"/>
              <a:t>결정하는</a:t>
            </a:r>
            <a:r>
              <a:rPr dirty="0"/>
              <a:t> </a:t>
            </a:r>
            <a:r>
              <a:rPr dirty="0" err="1"/>
              <a:t>방식입니다</a:t>
            </a:r>
            <a:r>
              <a:rPr dirty="0"/>
              <a:t>. </a:t>
            </a:r>
            <a:r>
              <a:rPr dirty="0" err="1"/>
              <a:t>선택이</a:t>
            </a:r>
            <a:r>
              <a:rPr dirty="0"/>
              <a:t> </a:t>
            </a:r>
            <a:r>
              <a:rPr dirty="0" err="1"/>
              <a:t>끝나면</a:t>
            </a:r>
            <a:r>
              <a:rPr dirty="0"/>
              <a:t> </a:t>
            </a:r>
            <a:r>
              <a:rPr dirty="0" err="1"/>
              <a:t>렌더링을</a:t>
            </a:r>
            <a:r>
              <a:rPr dirty="0"/>
              <a:t> </a:t>
            </a:r>
            <a:r>
              <a:rPr dirty="0" err="1"/>
              <a:t>시작합니다</a:t>
            </a:r>
            <a:r>
              <a:rPr dirty="0"/>
              <a:t>. </a:t>
            </a:r>
            <a:r>
              <a:rPr dirty="0" err="1"/>
              <a:t>서비스는</a:t>
            </a:r>
            <a:r>
              <a:rPr dirty="0"/>
              <a:t> </a:t>
            </a:r>
            <a:r>
              <a:rPr dirty="0" err="1"/>
              <a:t>선택한</a:t>
            </a:r>
            <a:r>
              <a:rPr dirty="0"/>
              <a:t> </a:t>
            </a:r>
            <a:r>
              <a:rPr dirty="0" err="1"/>
              <a:t>구간을</a:t>
            </a:r>
            <a:r>
              <a:rPr dirty="0"/>
              <a:t> </a:t>
            </a:r>
            <a:r>
              <a:rPr dirty="0" err="1"/>
              <a:t>원본</a:t>
            </a:r>
            <a:r>
              <a:rPr dirty="0"/>
              <a:t> </a:t>
            </a:r>
            <a:r>
              <a:rPr dirty="0" err="1"/>
              <a:t>순서대로</a:t>
            </a:r>
            <a:r>
              <a:rPr dirty="0"/>
              <a:t> </a:t>
            </a:r>
            <a:r>
              <a:rPr dirty="0" err="1"/>
              <a:t>연결하고</a:t>
            </a:r>
            <a:r>
              <a:rPr dirty="0"/>
              <a:t>, </a:t>
            </a:r>
            <a:r>
              <a:rPr dirty="0" err="1"/>
              <a:t>자막의</a:t>
            </a:r>
            <a:r>
              <a:rPr dirty="0"/>
              <a:t> </a:t>
            </a:r>
            <a:r>
              <a:rPr dirty="0" err="1"/>
              <a:t>시간도</a:t>
            </a:r>
            <a:r>
              <a:rPr dirty="0"/>
              <a:t> 새 </a:t>
            </a:r>
            <a:r>
              <a:rPr dirty="0" err="1"/>
              <a:t>영상에</a:t>
            </a:r>
            <a:r>
              <a:rPr dirty="0"/>
              <a:t> </a:t>
            </a:r>
            <a:r>
              <a:rPr dirty="0" err="1"/>
              <a:t>맞춰</a:t>
            </a:r>
            <a:r>
              <a:rPr dirty="0"/>
              <a:t> </a:t>
            </a:r>
            <a:r>
              <a:rPr dirty="0" err="1"/>
              <a:t>변환합니다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28–36쪽.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70초</a:t>
            </a:r>
          </a:p>
          <a:p>
            <a:endParaRPr dirty="0"/>
          </a:p>
          <a:p>
            <a:r>
              <a:rPr dirty="0" err="1"/>
              <a:t>보고서에서는</a:t>
            </a:r>
            <a:r>
              <a:rPr dirty="0"/>
              <a:t> </a:t>
            </a:r>
            <a:r>
              <a:rPr dirty="0" err="1"/>
              <a:t>같은</a:t>
            </a:r>
            <a:r>
              <a:rPr dirty="0"/>
              <a:t> 98분 </a:t>
            </a:r>
            <a:r>
              <a:rPr dirty="0" err="1"/>
              <a:t>원본을</a:t>
            </a:r>
            <a:r>
              <a:rPr dirty="0"/>
              <a:t> </a:t>
            </a:r>
            <a:r>
              <a:rPr dirty="0" err="1"/>
              <a:t>다섯</a:t>
            </a:r>
            <a:r>
              <a:rPr dirty="0"/>
              <a:t> </a:t>
            </a:r>
            <a:r>
              <a:rPr dirty="0" err="1"/>
              <a:t>가지</a:t>
            </a:r>
            <a:r>
              <a:rPr dirty="0"/>
              <a:t> </a:t>
            </a:r>
            <a:r>
              <a:rPr dirty="0" err="1"/>
              <a:t>분량으로</a:t>
            </a:r>
            <a:r>
              <a:rPr dirty="0"/>
              <a:t> </a:t>
            </a:r>
            <a:r>
              <a:rPr dirty="0" err="1"/>
              <a:t>요약하고</a:t>
            </a:r>
            <a:r>
              <a:rPr dirty="0"/>
              <a:t>, </a:t>
            </a:r>
            <a:r>
              <a:rPr dirty="0" err="1"/>
              <a:t>정보</a:t>
            </a:r>
            <a:r>
              <a:rPr dirty="0"/>
              <a:t> </a:t>
            </a:r>
            <a:r>
              <a:rPr dirty="0" err="1"/>
              <a:t>보존</a:t>
            </a:r>
            <a:r>
              <a:rPr dirty="0"/>
              <a:t>, </a:t>
            </a:r>
            <a:r>
              <a:rPr dirty="0" err="1"/>
              <a:t>압축</a:t>
            </a:r>
            <a:r>
              <a:rPr dirty="0"/>
              <a:t> </a:t>
            </a:r>
            <a:r>
              <a:rPr dirty="0" err="1"/>
              <a:t>효율</a:t>
            </a:r>
            <a:r>
              <a:rPr dirty="0"/>
              <a:t>, </a:t>
            </a:r>
            <a:r>
              <a:rPr dirty="0" err="1"/>
              <a:t>불필요</a:t>
            </a:r>
            <a:r>
              <a:rPr dirty="0"/>
              <a:t> </a:t>
            </a:r>
            <a:r>
              <a:rPr dirty="0" err="1"/>
              <a:t>반응</a:t>
            </a:r>
            <a:r>
              <a:rPr dirty="0"/>
              <a:t> </a:t>
            </a:r>
            <a:r>
              <a:rPr dirty="0" err="1"/>
              <a:t>제거</a:t>
            </a:r>
            <a:r>
              <a:rPr dirty="0"/>
              <a:t>, </a:t>
            </a:r>
            <a:r>
              <a:rPr dirty="0" err="1"/>
              <a:t>같은</a:t>
            </a:r>
            <a:r>
              <a:rPr dirty="0"/>
              <a:t> </a:t>
            </a:r>
            <a:r>
              <a:rPr dirty="0" err="1"/>
              <a:t>맥락</a:t>
            </a:r>
            <a:r>
              <a:rPr dirty="0"/>
              <a:t> </a:t>
            </a:r>
            <a:r>
              <a:rPr dirty="0" err="1"/>
              <a:t>반복</a:t>
            </a:r>
            <a:r>
              <a:rPr dirty="0"/>
              <a:t> </a:t>
            </a:r>
            <a:r>
              <a:rPr dirty="0" err="1"/>
              <a:t>제거</a:t>
            </a:r>
            <a:r>
              <a:rPr dirty="0"/>
              <a:t>, </a:t>
            </a:r>
            <a:r>
              <a:rPr dirty="0" err="1"/>
              <a:t>요약본</a:t>
            </a:r>
            <a:r>
              <a:rPr dirty="0"/>
              <a:t> </a:t>
            </a:r>
            <a:r>
              <a:rPr dirty="0" err="1"/>
              <a:t>이해를</a:t>
            </a:r>
            <a:r>
              <a:rPr dirty="0"/>
              <a:t> </a:t>
            </a:r>
            <a:r>
              <a:rPr dirty="0" err="1"/>
              <a:t>함께</a:t>
            </a:r>
            <a:r>
              <a:rPr dirty="0"/>
              <a:t> </a:t>
            </a:r>
            <a:r>
              <a:rPr dirty="0" err="1"/>
              <a:t>평가했습니다</a:t>
            </a:r>
            <a:r>
              <a:rPr dirty="0"/>
              <a:t>. </a:t>
            </a:r>
            <a:r>
              <a:rPr dirty="0" err="1"/>
              <a:t>모든</a:t>
            </a:r>
            <a:r>
              <a:rPr dirty="0"/>
              <a:t> </a:t>
            </a:r>
            <a:r>
              <a:rPr dirty="0" err="1"/>
              <a:t>지표는</a:t>
            </a:r>
            <a:r>
              <a:rPr dirty="0"/>
              <a:t> </a:t>
            </a:r>
            <a:r>
              <a:rPr dirty="0" err="1"/>
              <a:t>점수가</a:t>
            </a:r>
            <a:r>
              <a:rPr dirty="0"/>
              <a:t> </a:t>
            </a:r>
            <a:r>
              <a:rPr dirty="0" err="1"/>
              <a:t>높을수록</a:t>
            </a:r>
            <a:r>
              <a:rPr dirty="0"/>
              <a:t> </a:t>
            </a:r>
            <a:r>
              <a:rPr dirty="0" err="1"/>
              <a:t>해당</a:t>
            </a:r>
            <a:r>
              <a:rPr dirty="0"/>
              <a:t> </a:t>
            </a:r>
            <a:r>
              <a:rPr dirty="0" err="1"/>
              <a:t>측면에</a:t>
            </a:r>
            <a:r>
              <a:rPr dirty="0"/>
              <a:t> </a:t>
            </a:r>
            <a:r>
              <a:rPr dirty="0" err="1"/>
              <a:t>유리합니다</a:t>
            </a:r>
            <a:r>
              <a:rPr dirty="0"/>
              <a:t>. </a:t>
            </a:r>
            <a:r>
              <a:rPr dirty="0" err="1"/>
              <a:t>표에서</a:t>
            </a:r>
            <a:r>
              <a:rPr dirty="0"/>
              <a:t> </a:t>
            </a:r>
            <a:r>
              <a:rPr dirty="0" err="1"/>
              <a:t>강조한</a:t>
            </a:r>
            <a:r>
              <a:rPr dirty="0"/>
              <a:t> </a:t>
            </a:r>
            <a:r>
              <a:rPr dirty="0" err="1"/>
              <a:t>수치는</a:t>
            </a:r>
            <a:r>
              <a:rPr dirty="0"/>
              <a:t> 각 </a:t>
            </a:r>
            <a:r>
              <a:rPr dirty="0" err="1"/>
              <a:t>지표의</a:t>
            </a:r>
            <a:r>
              <a:rPr dirty="0"/>
              <a:t> </a:t>
            </a:r>
            <a:r>
              <a:rPr dirty="0" err="1"/>
              <a:t>최고점입니다</a:t>
            </a:r>
            <a:r>
              <a:rPr dirty="0"/>
              <a:t>. 약 62.5분 </a:t>
            </a:r>
            <a:r>
              <a:rPr dirty="0" err="1"/>
              <a:t>요약은</a:t>
            </a:r>
            <a:r>
              <a:rPr dirty="0"/>
              <a:t> </a:t>
            </a:r>
            <a:r>
              <a:rPr dirty="0" err="1"/>
              <a:t>정보</a:t>
            </a:r>
            <a:r>
              <a:rPr dirty="0"/>
              <a:t> </a:t>
            </a:r>
            <a:r>
              <a:rPr dirty="0" err="1"/>
              <a:t>보존</a:t>
            </a:r>
            <a:r>
              <a:rPr dirty="0"/>
              <a:t> 93.8점, </a:t>
            </a:r>
            <a:r>
              <a:rPr dirty="0" err="1"/>
              <a:t>이해도</a:t>
            </a:r>
            <a:r>
              <a:rPr dirty="0"/>
              <a:t> 77점으로 </a:t>
            </a:r>
            <a:r>
              <a:rPr dirty="0" err="1"/>
              <a:t>가장</a:t>
            </a:r>
            <a:r>
              <a:rPr dirty="0"/>
              <a:t> </a:t>
            </a:r>
            <a:r>
              <a:rPr dirty="0" err="1"/>
              <a:t>높았습니다</a:t>
            </a:r>
            <a:r>
              <a:rPr dirty="0"/>
              <a:t>. </a:t>
            </a:r>
            <a:r>
              <a:rPr dirty="0" err="1"/>
              <a:t>반면</a:t>
            </a:r>
            <a:r>
              <a:rPr dirty="0"/>
              <a:t> 약 10분 </a:t>
            </a:r>
            <a:r>
              <a:rPr dirty="0" err="1"/>
              <a:t>요약은</a:t>
            </a:r>
            <a:r>
              <a:rPr dirty="0"/>
              <a:t> </a:t>
            </a:r>
            <a:r>
              <a:rPr dirty="0" err="1"/>
              <a:t>불필요</a:t>
            </a:r>
            <a:r>
              <a:rPr dirty="0"/>
              <a:t> </a:t>
            </a:r>
            <a:r>
              <a:rPr dirty="0" err="1"/>
              <a:t>반응</a:t>
            </a:r>
            <a:r>
              <a:rPr dirty="0"/>
              <a:t> </a:t>
            </a:r>
            <a:r>
              <a:rPr dirty="0" err="1"/>
              <a:t>제거</a:t>
            </a:r>
            <a:r>
              <a:rPr dirty="0"/>
              <a:t> 76점, </a:t>
            </a:r>
            <a:r>
              <a:rPr dirty="0" err="1"/>
              <a:t>반복</a:t>
            </a:r>
            <a:r>
              <a:rPr dirty="0"/>
              <a:t> </a:t>
            </a:r>
            <a:r>
              <a:rPr dirty="0" err="1"/>
              <a:t>제거</a:t>
            </a:r>
            <a:r>
              <a:rPr dirty="0"/>
              <a:t> 65점으로 </a:t>
            </a:r>
            <a:r>
              <a:rPr dirty="0" err="1"/>
              <a:t>가장</a:t>
            </a:r>
            <a:r>
              <a:rPr dirty="0"/>
              <a:t> </a:t>
            </a:r>
            <a:r>
              <a:rPr dirty="0" err="1"/>
              <a:t>높았습니다</a:t>
            </a:r>
            <a:r>
              <a:rPr dirty="0"/>
              <a:t>. </a:t>
            </a:r>
            <a:r>
              <a:rPr dirty="0" err="1"/>
              <a:t>길게</a:t>
            </a:r>
            <a:r>
              <a:rPr dirty="0"/>
              <a:t> </a:t>
            </a:r>
            <a:r>
              <a:rPr dirty="0" err="1"/>
              <a:t>만들수록</a:t>
            </a:r>
            <a:r>
              <a:rPr dirty="0"/>
              <a:t> </a:t>
            </a:r>
            <a:r>
              <a:rPr dirty="0" err="1"/>
              <a:t>설명과</a:t>
            </a:r>
            <a:r>
              <a:rPr dirty="0"/>
              <a:t> </a:t>
            </a:r>
            <a:r>
              <a:rPr dirty="0" err="1"/>
              <a:t>정보가</a:t>
            </a:r>
            <a:r>
              <a:rPr dirty="0"/>
              <a:t> </a:t>
            </a:r>
            <a:r>
              <a:rPr dirty="0" err="1"/>
              <a:t>남지만</a:t>
            </a:r>
            <a:r>
              <a:rPr dirty="0"/>
              <a:t>, </a:t>
            </a:r>
            <a:r>
              <a:rPr dirty="0" err="1"/>
              <a:t>반응과</a:t>
            </a:r>
            <a:r>
              <a:rPr dirty="0"/>
              <a:t> </a:t>
            </a:r>
            <a:r>
              <a:rPr dirty="0" err="1"/>
              <a:t>반복도</a:t>
            </a:r>
            <a:r>
              <a:rPr dirty="0"/>
              <a:t> 더 </a:t>
            </a:r>
            <a:r>
              <a:rPr dirty="0" err="1"/>
              <a:t>많이</a:t>
            </a:r>
            <a:r>
              <a:rPr dirty="0"/>
              <a:t> </a:t>
            </a:r>
            <a:r>
              <a:rPr dirty="0" err="1"/>
              <a:t>남는</a:t>
            </a:r>
            <a:r>
              <a:rPr dirty="0"/>
              <a:t> </a:t>
            </a:r>
            <a:r>
              <a:rPr dirty="0" err="1"/>
              <a:t>것입니다</a:t>
            </a:r>
            <a:r>
              <a:rPr dirty="0"/>
              <a:t>. </a:t>
            </a:r>
            <a:r>
              <a:rPr dirty="0" err="1"/>
              <a:t>압축률과</a:t>
            </a:r>
            <a:r>
              <a:rPr dirty="0"/>
              <a:t> </a:t>
            </a:r>
            <a:r>
              <a:rPr dirty="0" err="1"/>
              <a:t>정보</a:t>
            </a:r>
            <a:r>
              <a:rPr dirty="0"/>
              <a:t> </a:t>
            </a:r>
            <a:r>
              <a:rPr dirty="0" err="1"/>
              <a:t>보존율을</a:t>
            </a:r>
            <a:r>
              <a:rPr dirty="0"/>
              <a:t> </a:t>
            </a:r>
            <a:r>
              <a:rPr dirty="0" err="1"/>
              <a:t>곱한</a:t>
            </a:r>
            <a:r>
              <a:rPr dirty="0"/>
              <a:t> </a:t>
            </a:r>
            <a:r>
              <a:rPr dirty="0" err="1"/>
              <a:t>압축</a:t>
            </a:r>
            <a:r>
              <a:rPr dirty="0"/>
              <a:t> </a:t>
            </a:r>
            <a:r>
              <a:rPr dirty="0" err="1"/>
              <a:t>효율은</a:t>
            </a:r>
            <a:r>
              <a:rPr dirty="0"/>
              <a:t> 약 37.5분에서 44.7점으로 </a:t>
            </a:r>
            <a:r>
              <a:rPr dirty="0" err="1"/>
              <a:t>가장</a:t>
            </a:r>
            <a:r>
              <a:rPr dirty="0"/>
              <a:t> </a:t>
            </a:r>
            <a:r>
              <a:rPr dirty="0" err="1"/>
              <a:t>높았습니다</a:t>
            </a:r>
            <a:r>
              <a:rPr dirty="0"/>
              <a:t>. 이 </a:t>
            </a:r>
            <a:r>
              <a:rPr dirty="0" err="1"/>
              <a:t>결과는</a:t>
            </a:r>
            <a:r>
              <a:rPr dirty="0"/>
              <a:t> </a:t>
            </a:r>
            <a:r>
              <a:rPr dirty="0" err="1"/>
              <a:t>길이가</a:t>
            </a:r>
            <a:r>
              <a:rPr dirty="0"/>
              <a:t> </a:t>
            </a:r>
            <a:r>
              <a:rPr dirty="0" err="1"/>
              <a:t>길수록</a:t>
            </a:r>
            <a:r>
              <a:rPr dirty="0"/>
              <a:t> </a:t>
            </a:r>
            <a:r>
              <a:rPr dirty="0" err="1"/>
              <a:t>무조건</a:t>
            </a:r>
            <a:r>
              <a:rPr dirty="0"/>
              <a:t> </a:t>
            </a:r>
            <a:r>
              <a:rPr dirty="0" err="1"/>
              <a:t>좋다는</a:t>
            </a:r>
            <a:r>
              <a:rPr dirty="0"/>
              <a:t> </a:t>
            </a:r>
            <a:r>
              <a:rPr dirty="0" err="1"/>
              <a:t>뜻도</a:t>
            </a:r>
            <a:r>
              <a:rPr dirty="0"/>
              <a:t>, 37.5분이 </a:t>
            </a:r>
            <a:r>
              <a:rPr dirty="0" err="1"/>
              <a:t>모든</a:t>
            </a:r>
            <a:r>
              <a:rPr dirty="0"/>
              <a:t> </a:t>
            </a:r>
            <a:r>
              <a:rPr dirty="0" err="1"/>
              <a:t>영상에</a:t>
            </a:r>
            <a:r>
              <a:rPr dirty="0"/>
              <a:t> </a:t>
            </a:r>
            <a:r>
              <a:rPr dirty="0" err="1"/>
              <a:t>최적이라는</a:t>
            </a:r>
            <a:r>
              <a:rPr dirty="0"/>
              <a:t> </a:t>
            </a:r>
            <a:r>
              <a:rPr dirty="0" err="1"/>
              <a:t>뜻도</a:t>
            </a:r>
            <a:r>
              <a:rPr dirty="0"/>
              <a:t> </a:t>
            </a:r>
            <a:r>
              <a:rPr dirty="0" err="1"/>
              <a:t>아닙니다</a:t>
            </a:r>
            <a:r>
              <a:rPr dirty="0"/>
              <a:t>. </a:t>
            </a:r>
            <a:r>
              <a:rPr dirty="0" err="1"/>
              <a:t>원하는</a:t>
            </a:r>
            <a:r>
              <a:rPr dirty="0"/>
              <a:t> </a:t>
            </a:r>
            <a:r>
              <a:rPr dirty="0" err="1"/>
              <a:t>정보량과</a:t>
            </a:r>
            <a:r>
              <a:rPr dirty="0"/>
              <a:t> </a:t>
            </a:r>
            <a:r>
              <a:rPr dirty="0" err="1"/>
              <a:t>간결성에</a:t>
            </a:r>
            <a:r>
              <a:rPr dirty="0"/>
              <a:t> </a:t>
            </a:r>
            <a:r>
              <a:rPr dirty="0" err="1"/>
              <a:t>맞춰</a:t>
            </a:r>
            <a:r>
              <a:rPr dirty="0"/>
              <a:t> </a:t>
            </a:r>
            <a:r>
              <a:rPr dirty="0" err="1"/>
              <a:t>목표</a:t>
            </a:r>
            <a:r>
              <a:rPr dirty="0"/>
              <a:t> </a:t>
            </a:r>
            <a:r>
              <a:rPr dirty="0" err="1"/>
              <a:t>분량을</a:t>
            </a:r>
            <a:r>
              <a:rPr dirty="0"/>
              <a:t> </a:t>
            </a:r>
            <a:r>
              <a:rPr dirty="0" err="1"/>
              <a:t>정할</a:t>
            </a:r>
            <a:r>
              <a:rPr dirty="0"/>
              <a:t> 수 </a:t>
            </a:r>
            <a:r>
              <a:rPr dirty="0" err="1"/>
              <a:t>있다는</a:t>
            </a:r>
            <a:r>
              <a:rPr dirty="0"/>
              <a:t> </a:t>
            </a:r>
            <a:r>
              <a:rPr dirty="0" err="1"/>
              <a:t>의미입니다</a:t>
            </a:r>
            <a:r>
              <a:rPr dirty="0"/>
              <a:t>. </a:t>
            </a:r>
            <a:r>
              <a:rPr dirty="0" err="1"/>
              <a:t>이번</a:t>
            </a:r>
            <a:r>
              <a:rPr dirty="0"/>
              <a:t> </a:t>
            </a:r>
            <a:r>
              <a:rPr dirty="0" err="1"/>
              <a:t>평가는</a:t>
            </a:r>
            <a:r>
              <a:rPr dirty="0"/>
              <a:t> </a:t>
            </a:r>
            <a:r>
              <a:rPr dirty="0" err="1"/>
              <a:t>영상</a:t>
            </a:r>
            <a:r>
              <a:rPr dirty="0"/>
              <a:t> 한 </a:t>
            </a:r>
            <a:r>
              <a:rPr dirty="0" err="1"/>
              <a:t>건의</a:t>
            </a:r>
            <a:r>
              <a:rPr dirty="0"/>
              <a:t> </a:t>
            </a:r>
            <a:r>
              <a:rPr dirty="0" err="1"/>
              <a:t>자막을</a:t>
            </a:r>
            <a:r>
              <a:rPr dirty="0"/>
              <a:t> </a:t>
            </a:r>
            <a:r>
              <a:rPr dirty="0" err="1"/>
              <a:t>바탕으로</a:t>
            </a:r>
            <a:r>
              <a:rPr dirty="0"/>
              <a:t> </a:t>
            </a:r>
            <a:r>
              <a:rPr dirty="0" err="1"/>
              <a:t>LLM이</a:t>
            </a:r>
            <a:r>
              <a:rPr dirty="0"/>
              <a:t> </a:t>
            </a:r>
            <a:r>
              <a:rPr dirty="0" err="1"/>
              <a:t>평가한</a:t>
            </a:r>
            <a:r>
              <a:rPr dirty="0"/>
              <a:t> </a:t>
            </a:r>
            <a:r>
              <a:rPr dirty="0" err="1"/>
              <a:t>결과이며</a:t>
            </a:r>
            <a:r>
              <a:rPr dirty="0"/>
              <a:t>, </a:t>
            </a:r>
            <a:r>
              <a:rPr dirty="0" err="1"/>
              <a:t>다양한</a:t>
            </a:r>
            <a:r>
              <a:rPr dirty="0"/>
              <a:t> </a:t>
            </a:r>
            <a:r>
              <a:rPr dirty="0" err="1"/>
              <a:t>카테고리에서의</a:t>
            </a:r>
            <a:r>
              <a:rPr dirty="0"/>
              <a:t> </a:t>
            </a:r>
            <a:r>
              <a:rPr dirty="0" err="1"/>
              <a:t>품질은</a:t>
            </a:r>
            <a:r>
              <a:rPr dirty="0"/>
              <a:t> </a:t>
            </a:r>
            <a:r>
              <a:rPr dirty="0" err="1"/>
              <a:t>추가</a:t>
            </a:r>
            <a:r>
              <a:rPr dirty="0"/>
              <a:t> </a:t>
            </a:r>
            <a:r>
              <a:rPr dirty="0" err="1"/>
              <a:t>검증이</a:t>
            </a:r>
            <a:r>
              <a:rPr dirty="0"/>
              <a:t> </a:t>
            </a:r>
            <a:r>
              <a:rPr dirty="0" err="1"/>
              <a:t>필요합니다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37–39쪽.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CA138-1C38-88F1-D8B3-5DEEA2FEE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BA06F-C81A-1DC0-2409-A3C822331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3FA2B-140C-808E-1123-06116A3EB07B}"/>
              </a:ext>
            </a:extLst>
          </p:cNvPr>
          <p:cNvSpPr>
            <a:spLocks noGrp="1"/>
          </p:cNvSpPr>
          <p:nvPr>
            <p:ph type="body" idx="1"/>
          </p:nvPr>
        </p:nvSpPr>
        <p:spPr/>
        <p:txBody>
          <a:bodyPr/>
          <a:lstStyle/>
          <a:p>
            <a:r>
              <a:t>권장 발표 시간: 70초</a:t>
            </a:r>
          </a:p>
          <a:p>
            <a:endParaRPr/>
          </a:p>
          <a:p>
            <a:r>
              <a:t>보고서에서는 같은 98분 원본을 다섯 가지 분량으로 요약하고, 정보 보존, 압축 효율, 불필요 반응 제거, 같은 맥락 반복 제거, 요약본 이해를 함께 평가했습니다. 모든 지표는 점수가 높을수록 해당 측면에 유리합니다. 표에서 강조한 수치는 각 지표의 최고점입니다. 약 62.5분 요약은 정보 보존 93.8점, 이해도 77점으로 가장 높았습니다. 반면 약 10분 요약은 불필요 반응 제거 76점, 반복 제거 65점으로 가장 높았습니다. 길게 만들수록 설명과 정보가 남지만, 반응과 반복도 더 많이 남는 것입니다. 압축률과 정보 보존율을 곱한 압축 효율은 약 37.5분에서 44.7점으로 가장 높았습니다. 이 결과는 길이가 길수록 무조건 좋다는 뜻도, 37.5분이 모든 영상에 최적이라는 뜻도 아닙니다. 원하는 정보량과 간결성에 맞춰 목표 분량을 정할 수 있다는 의미입니다. 이번 평가는 영상 한 건의 자막을 바탕으로 LLM이 평가한 결과이며, 다양한 카테고리에서의 품질은 추가 검증이 필요합니다.</a:t>
            </a:r>
          </a:p>
          <a:p>
            <a:endParaRPr/>
          </a:p>
          <a:p>
            <a:r>
              <a:t>출처: 2026전기 최종보고서, 팀 아무거나, 「풀 버전 라이브 스트리밍 영상을 롱-폼 영상으로 요약해주는 서비스」. 본문 37–39쪽. 화면은 보고서의 구현 사례이며 평가에 사용한 영상과 다를 수 있습니다.</a:t>
            </a:r>
          </a:p>
        </p:txBody>
      </p:sp>
      <p:sp>
        <p:nvSpPr>
          <p:cNvPr id="4" name="Slide Number Placeholder 3">
            <a:extLst>
              <a:ext uri="{FF2B5EF4-FFF2-40B4-BE49-F238E27FC236}">
                <a16:creationId xmlns:a16="http://schemas.microsoft.com/office/drawing/2014/main" id="{B9D5E635-3381-F94E-9B87-393B717A652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41229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권장</a:t>
            </a:r>
            <a:r>
              <a:rPr dirty="0"/>
              <a:t> </a:t>
            </a:r>
            <a:r>
              <a:rPr dirty="0" err="1"/>
              <a:t>발표</a:t>
            </a:r>
            <a:r>
              <a:rPr dirty="0"/>
              <a:t> </a:t>
            </a:r>
            <a:r>
              <a:rPr dirty="0" err="1"/>
              <a:t>시간</a:t>
            </a:r>
            <a:r>
              <a:rPr dirty="0"/>
              <a:t>: 35초</a:t>
            </a:r>
          </a:p>
          <a:p>
            <a:endParaRPr dirty="0"/>
          </a:p>
          <a:p>
            <a:r>
              <a:rPr dirty="0" err="1"/>
              <a:t>AVE는</a:t>
            </a:r>
            <a:r>
              <a:rPr dirty="0"/>
              <a:t> 긴 </a:t>
            </a:r>
            <a:r>
              <a:rPr dirty="0" err="1"/>
              <a:t>원본에서</a:t>
            </a:r>
            <a:r>
              <a:rPr dirty="0"/>
              <a:t> </a:t>
            </a:r>
            <a:r>
              <a:rPr dirty="0" err="1"/>
              <a:t>주요</a:t>
            </a:r>
            <a:r>
              <a:rPr dirty="0"/>
              <a:t> </a:t>
            </a:r>
            <a:r>
              <a:rPr dirty="0" err="1"/>
              <a:t>구간을</a:t>
            </a:r>
            <a:r>
              <a:rPr dirty="0"/>
              <a:t> </a:t>
            </a:r>
            <a:r>
              <a:rPr dirty="0" err="1"/>
              <a:t>추천하고</a:t>
            </a:r>
            <a:r>
              <a:rPr dirty="0"/>
              <a:t>, </a:t>
            </a:r>
            <a:r>
              <a:rPr dirty="0" err="1"/>
              <a:t>사용자의</a:t>
            </a:r>
            <a:r>
              <a:rPr dirty="0"/>
              <a:t> </a:t>
            </a:r>
            <a:r>
              <a:rPr dirty="0" err="1"/>
              <a:t>선택을</a:t>
            </a:r>
            <a:r>
              <a:rPr dirty="0"/>
              <a:t> </a:t>
            </a:r>
            <a:r>
              <a:rPr dirty="0" err="1"/>
              <a:t>실제</a:t>
            </a:r>
            <a:r>
              <a:rPr dirty="0"/>
              <a:t> </a:t>
            </a:r>
            <a:r>
              <a:rPr dirty="0" err="1"/>
              <a:t>편집</a:t>
            </a:r>
            <a:r>
              <a:rPr dirty="0"/>
              <a:t> </a:t>
            </a:r>
            <a:r>
              <a:rPr dirty="0" err="1"/>
              <a:t>영상으로</a:t>
            </a:r>
            <a:r>
              <a:rPr dirty="0"/>
              <a:t> </a:t>
            </a:r>
            <a:r>
              <a:rPr dirty="0" err="1"/>
              <a:t>만드는</a:t>
            </a:r>
            <a:r>
              <a:rPr dirty="0"/>
              <a:t> </a:t>
            </a:r>
            <a:r>
              <a:rPr dirty="0" err="1"/>
              <a:t>과정을</a:t>
            </a:r>
            <a:r>
              <a:rPr dirty="0"/>
              <a:t> </a:t>
            </a:r>
            <a:r>
              <a:rPr dirty="0" err="1"/>
              <a:t>연결했습니다</a:t>
            </a:r>
            <a:r>
              <a:rPr dirty="0"/>
              <a:t>. </a:t>
            </a:r>
            <a:r>
              <a:rPr dirty="0" err="1"/>
              <a:t>문맥을</a:t>
            </a:r>
            <a:r>
              <a:rPr dirty="0"/>
              <a:t> </a:t>
            </a:r>
            <a:r>
              <a:rPr dirty="0" err="1"/>
              <a:t>고려해</a:t>
            </a:r>
            <a:r>
              <a:rPr dirty="0"/>
              <a:t> </a:t>
            </a:r>
            <a:r>
              <a:rPr dirty="0" err="1"/>
              <a:t>초기</a:t>
            </a:r>
            <a:r>
              <a:rPr dirty="0"/>
              <a:t> </a:t>
            </a:r>
            <a:r>
              <a:rPr dirty="0" err="1"/>
              <a:t>편집안을</a:t>
            </a:r>
            <a:r>
              <a:rPr dirty="0"/>
              <a:t> </a:t>
            </a:r>
            <a:r>
              <a:rPr dirty="0" err="1"/>
              <a:t>제안하고</a:t>
            </a:r>
            <a:r>
              <a:rPr dirty="0"/>
              <a:t>, </a:t>
            </a:r>
            <a:r>
              <a:rPr dirty="0" err="1"/>
              <a:t>사용자가</a:t>
            </a:r>
            <a:r>
              <a:rPr dirty="0"/>
              <a:t> </a:t>
            </a:r>
            <a:r>
              <a:rPr dirty="0" err="1"/>
              <a:t>자신의</a:t>
            </a:r>
            <a:r>
              <a:rPr dirty="0"/>
              <a:t> </a:t>
            </a:r>
            <a:r>
              <a:rPr dirty="0" err="1"/>
              <a:t>의도에</a:t>
            </a:r>
            <a:r>
              <a:rPr dirty="0"/>
              <a:t> </a:t>
            </a:r>
            <a:r>
              <a:rPr dirty="0" err="1"/>
              <a:t>맞게</a:t>
            </a:r>
            <a:r>
              <a:rPr dirty="0"/>
              <a:t> </a:t>
            </a:r>
            <a:r>
              <a:rPr dirty="0" err="1"/>
              <a:t>결과를</a:t>
            </a:r>
            <a:r>
              <a:rPr dirty="0"/>
              <a:t> </a:t>
            </a:r>
            <a:r>
              <a:rPr dirty="0" err="1"/>
              <a:t>조정할</a:t>
            </a:r>
            <a:r>
              <a:rPr dirty="0"/>
              <a:t> 수 </a:t>
            </a:r>
            <a:r>
              <a:rPr dirty="0" err="1"/>
              <a:t>있도록</a:t>
            </a:r>
            <a:r>
              <a:rPr dirty="0"/>
              <a:t> </a:t>
            </a:r>
            <a:r>
              <a:rPr dirty="0" err="1"/>
              <a:t>했습니다</a:t>
            </a:r>
            <a:r>
              <a:rPr dirty="0"/>
              <a:t>. </a:t>
            </a:r>
            <a:r>
              <a:rPr dirty="0" err="1"/>
              <a:t>앞으로는</a:t>
            </a:r>
            <a:r>
              <a:rPr dirty="0"/>
              <a:t> </a:t>
            </a:r>
            <a:r>
              <a:rPr dirty="0" err="1"/>
              <a:t>구간의</a:t>
            </a:r>
            <a:r>
              <a:rPr dirty="0"/>
              <a:t> </a:t>
            </a:r>
            <a:r>
              <a:rPr dirty="0" err="1"/>
              <a:t>시작과</a:t>
            </a:r>
            <a:r>
              <a:rPr dirty="0"/>
              <a:t> </a:t>
            </a:r>
            <a:r>
              <a:rPr dirty="0" err="1"/>
              <a:t>끝을</a:t>
            </a:r>
            <a:r>
              <a:rPr dirty="0"/>
              <a:t> 더 </a:t>
            </a:r>
            <a:r>
              <a:rPr dirty="0" err="1"/>
              <a:t>세밀하게</a:t>
            </a:r>
            <a:r>
              <a:rPr dirty="0"/>
              <a:t> </a:t>
            </a:r>
            <a:r>
              <a:rPr dirty="0" err="1"/>
              <a:t>수정하는</a:t>
            </a:r>
            <a:r>
              <a:rPr dirty="0"/>
              <a:t> </a:t>
            </a:r>
            <a:r>
              <a:rPr dirty="0" err="1"/>
              <a:t>기능과</a:t>
            </a:r>
            <a:r>
              <a:rPr dirty="0"/>
              <a:t> </a:t>
            </a:r>
            <a:r>
              <a:rPr dirty="0" err="1"/>
              <a:t>다양한</a:t>
            </a:r>
            <a:r>
              <a:rPr dirty="0"/>
              <a:t> </a:t>
            </a:r>
            <a:r>
              <a:rPr dirty="0" err="1"/>
              <a:t>영상에</a:t>
            </a:r>
            <a:r>
              <a:rPr dirty="0"/>
              <a:t> </a:t>
            </a:r>
            <a:r>
              <a:rPr dirty="0" err="1"/>
              <a:t>대한</a:t>
            </a:r>
            <a:r>
              <a:rPr dirty="0"/>
              <a:t> </a:t>
            </a:r>
            <a:r>
              <a:rPr dirty="0" err="1"/>
              <a:t>평가를</a:t>
            </a:r>
            <a:r>
              <a:rPr dirty="0"/>
              <a:t> </a:t>
            </a:r>
            <a:r>
              <a:rPr dirty="0" err="1"/>
              <a:t>보완하고자</a:t>
            </a:r>
            <a:r>
              <a:rPr dirty="0"/>
              <a:t> </a:t>
            </a:r>
            <a:r>
              <a:rPr dirty="0" err="1"/>
              <a:t>합니다</a:t>
            </a:r>
            <a:r>
              <a:rPr dirty="0"/>
              <a:t>. 긴 </a:t>
            </a:r>
            <a:r>
              <a:rPr dirty="0" err="1"/>
              <a:t>방송을</a:t>
            </a:r>
            <a:r>
              <a:rPr dirty="0"/>
              <a:t> </a:t>
            </a:r>
            <a:r>
              <a:rPr dirty="0" err="1"/>
              <a:t>다시</a:t>
            </a:r>
            <a:r>
              <a:rPr dirty="0"/>
              <a:t> </a:t>
            </a:r>
            <a:r>
              <a:rPr dirty="0" err="1"/>
              <a:t>활용하고</a:t>
            </a:r>
            <a:r>
              <a:rPr dirty="0"/>
              <a:t> </a:t>
            </a:r>
            <a:r>
              <a:rPr dirty="0" err="1"/>
              <a:t>싶은</a:t>
            </a:r>
            <a:r>
              <a:rPr dirty="0"/>
              <a:t> </a:t>
            </a:r>
            <a:r>
              <a:rPr dirty="0" err="1"/>
              <a:t>크리에이터가</a:t>
            </a:r>
            <a:r>
              <a:rPr dirty="0"/>
              <a:t> </a:t>
            </a:r>
            <a:r>
              <a:rPr dirty="0" err="1"/>
              <a:t>편집을</a:t>
            </a:r>
            <a:r>
              <a:rPr dirty="0"/>
              <a:t> </a:t>
            </a:r>
            <a:r>
              <a:rPr dirty="0" err="1"/>
              <a:t>시작할</a:t>
            </a:r>
            <a:r>
              <a:rPr dirty="0"/>
              <a:t> 때 </a:t>
            </a:r>
            <a:r>
              <a:rPr dirty="0" err="1"/>
              <a:t>도움이</a:t>
            </a:r>
            <a:r>
              <a:rPr dirty="0"/>
              <a:t> </a:t>
            </a:r>
            <a:r>
              <a:rPr dirty="0" err="1"/>
              <a:t>되는</a:t>
            </a:r>
            <a:r>
              <a:rPr dirty="0"/>
              <a:t> </a:t>
            </a:r>
            <a:r>
              <a:rPr dirty="0" err="1"/>
              <a:t>서비스를</a:t>
            </a:r>
            <a:r>
              <a:rPr dirty="0"/>
              <a:t> </a:t>
            </a:r>
            <a:r>
              <a:rPr dirty="0" err="1"/>
              <a:t>목표로</a:t>
            </a:r>
            <a:r>
              <a:rPr dirty="0"/>
              <a:t> </a:t>
            </a:r>
            <a:r>
              <a:rPr dirty="0" err="1"/>
              <a:t>했습니다</a:t>
            </a:r>
            <a:r>
              <a:rPr dirty="0"/>
              <a:t>. </a:t>
            </a:r>
            <a:r>
              <a:rPr dirty="0" err="1"/>
              <a:t>지금까지</a:t>
            </a:r>
            <a:r>
              <a:rPr dirty="0"/>
              <a:t> 팀 </a:t>
            </a:r>
            <a:r>
              <a:rPr dirty="0" err="1"/>
              <a:t>아무거나의</a:t>
            </a:r>
            <a:r>
              <a:rPr dirty="0"/>
              <a:t> </a:t>
            </a:r>
            <a:r>
              <a:rPr dirty="0" err="1"/>
              <a:t>AVE였습니다</a:t>
            </a:r>
            <a:r>
              <a:rPr dirty="0"/>
              <a:t>. </a:t>
            </a:r>
            <a:r>
              <a:rPr dirty="0" err="1"/>
              <a:t>감사합니다</a:t>
            </a:r>
            <a:r>
              <a:rPr dirty="0"/>
              <a:t>.</a:t>
            </a:r>
          </a:p>
          <a:p>
            <a:endParaRPr dirty="0"/>
          </a:p>
          <a:p>
            <a:r>
              <a:rPr dirty="0" err="1"/>
              <a:t>출처</a:t>
            </a:r>
            <a:r>
              <a:rPr dirty="0"/>
              <a:t>: 2026전기 </a:t>
            </a:r>
            <a:r>
              <a:rPr dirty="0" err="1"/>
              <a:t>최종보고서</a:t>
            </a:r>
            <a:r>
              <a:rPr dirty="0"/>
              <a:t>, 팀 </a:t>
            </a:r>
            <a:r>
              <a:rPr dirty="0" err="1"/>
              <a:t>아무거나</a:t>
            </a:r>
            <a:r>
              <a:rPr dirty="0"/>
              <a:t>, 「풀 </a:t>
            </a:r>
            <a:r>
              <a:rPr dirty="0" err="1"/>
              <a:t>버전</a:t>
            </a:r>
            <a:r>
              <a:rPr dirty="0"/>
              <a:t> </a:t>
            </a:r>
            <a:r>
              <a:rPr dirty="0" err="1"/>
              <a:t>라이브</a:t>
            </a:r>
            <a:r>
              <a:rPr dirty="0"/>
              <a:t> </a:t>
            </a:r>
            <a:r>
              <a:rPr dirty="0" err="1"/>
              <a:t>스트리밍</a:t>
            </a:r>
            <a:r>
              <a:rPr dirty="0"/>
              <a:t> </a:t>
            </a:r>
            <a:r>
              <a:rPr dirty="0" err="1"/>
              <a:t>영상을</a:t>
            </a:r>
            <a:r>
              <a:rPr dirty="0"/>
              <a:t> 롱-폼 </a:t>
            </a:r>
            <a:r>
              <a:rPr dirty="0" err="1"/>
              <a:t>영상으로</a:t>
            </a:r>
            <a:r>
              <a:rPr dirty="0"/>
              <a:t> </a:t>
            </a:r>
            <a:r>
              <a:rPr dirty="0" err="1"/>
              <a:t>요약해주는</a:t>
            </a:r>
            <a:r>
              <a:rPr dirty="0"/>
              <a:t> </a:t>
            </a:r>
            <a:r>
              <a:rPr dirty="0" err="1"/>
              <a:t>서비스</a:t>
            </a:r>
            <a:r>
              <a:rPr dirty="0"/>
              <a:t>」. </a:t>
            </a:r>
            <a:r>
              <a:rPr dirty="0" err="1"/>
              <a:t>본문</a:t>
            </a:r>
            <a:r>
              <a:rPr dirty="0"/>
              <a:t> 47–52쪽. </a:t>
            </a:r>
            <a:r>
              <a:rPr dirty="0" err="1"/>
              <a:t>화면은</a:t>
            </a:r>
            <a:r>
              <a:rPr dirty="0"/>
              <a:t> </a:t>
            </a:r>
            <a:r>
              <a:rPr dirty="0" err="1"/>
              <a:t>보고서의</a:t>
            </a:r>
            <a:r>
              <a:rPr dirty="0"/>
              <a:t> </a:t>
            </a:r>
            <a:r>
              <a:rPr dirty="0" err="1"/>
              <a:t>구현</a:t>
            </a:r>
            <a:r>
              <a:rPr dirty="0"/>
              <a:t> </a:t>
            </a:r>
            <a:r>
              <a:rPr dirty="0" err="1"/>
              <a:t>사례이며</a:t>
            </a:r>
            <a:r>
              <a:rPr dirty="0"/>
              <a:t> </a:t>
            </a:r>
            <a:r>
              <a:rPr dirty="0" err="1"/>
              <a:t>평가에</a:t>
            </a:r>
            <a:r>
              <a:rPr dirty="0"/>
              <a:t> </a:t>
            </a:r>
            <a:r>
              <a:rPr dirty="0" err="1"/>
              <a:t>사용한</a:t>
            </a:r>
            <a:r>
              <a:rPr dirty="0"/>
              <a:t> </a:t>
            </a:r>
            <a:r>
              <a:rPr dirty="0" err="1"/>
              <a:t>영상과</a:t>
            </a:r>
            <a:r>
              <a:rPr dirty="0"/>
              <a:t> </a:t>
            </a:r>
            <a:r>
              <a:rPr dirty="0" err="1"/>
              <a:t>다를</a:t>
            </a:r>
            <a:r>
              <a:rPr dirty="0"/>
              <a:t> 수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D2426"/>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4063CFE-C9F0-4921-9EA1-F17A5DD3AB55}"/>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B6C1C7"/>
                </a:solidFill>
                <a:latin typeface="Noto Sans KR"/>
                <a:ea typeface="Noto Sans KR"/>
                <a:cs typeface="Noto Sans KR"/>
              </a:defRPr>
            </a:pPr>
            <a:r>
              <a:rPr sz="1350" b="0">
                <a:solidFill>
                  <a:srgbClr val="B6C1C7"/>
                </a:solidFill>
                <a:latin typeface="Noto Sans KR"/>
                <a:ea typeface="Noto Sans KR"/>
                <a:cs typeface="Noto Sans KR"/>
              </a:rPr>
              <a:t>01</a:t>
            </a:r>
          </a:p>
        </p:txBody>
      </p:sp>
      <p:sp>
        <p:nvSpPr>
          <p:cNvPr id="2" name="직사각형 1">
            <a:extLst>
              <a:ext uri="{FF2B5EF4-FFF2-40B4-BE49-F238E27FC236}">
                <a16:creationId xmlns:a16="http://schemas.microsoft.com/office/drawing/2014/main" id="{53E4056B-59E8-4108-A05D-B619625E8AE0}"/>
              </a:ext>
            </a:extLst>
          </p:cNvPr>
          <p:cNvSpPr>
            <a:spLocks noGrp="1"/>
          </p:cNvSpPr>
          <p:nvPr/>
        </p:nvSpPr>
        <p:spPr>
          <a:xfrm>
            <a:off x="609600" y="1066800"/>
            <a:ext cx="5905500" cy="1657350"/>
          </a:xfrm>
          <a:prstGeom prst="rect">
            <a:avLst/>
          </a:prstGeom>
          <a:noFill/>
          <a:ln w="0">
            <a:noFill/>
          </a:ln>
        </p:spPr>
        <p:txBody>
          <a:bodyPr>
            <a:noAutofit/>
          </a:bodyPr>
          <a:lstStyle/>
          <a:p>
            <a:pPr>
              <a:defRPr sz="9900" b="1">
                <a:solidFill>
                  <a:srgbClr val="F7F5F0"/>
                </a:solidFill>
                <a:latin typeface="Noto Sans KR"/>
                <a:ea typeface="Noto Sans KR"/>
                <a:cs typeface="Noto Sans KR"/>
              </a:defRPr>
            </a:pPr>
            <a:r>
              <a:rPr sz="9900" b="1">
                <a:solidFill>
                  <a:srgbClr val="F7F5F0"/>
                </a:solidFill>
                <a:latin typeface="Noto Sans KR"/>
                <a:ea typeface="Noto Sans KR"/>
                <a:cs typeface="Noto Sans KR"/>
              </a:rPr>
              <a:t>AVE</a:t>
            </a:r>
          </a:p>
        </p:txBody>
      </p:sp>
      <p:sp>
        <p:nvSpPr>
          <p:cNvPr id="3" name="직사각형 2">
            <a:extLst>
              <a:ext uri="{FF2B5EF4-FFF2-40B4-BE49-F238E27FC236}">
                <a16:creationId xmlns:a16="http://schemas.microsoft.com/office/drawing/2014/main" id="{A9C55B2D-420F-4AC9-B6B7-8D35AABF9F17}"/>
              </a:ext>
            </a:extLst>
          </p:cNvPr>
          <p:cNvSpPr>
            <a:spLocks noGrp="1"/>
          </p:cNvSpPr>
          <p:nvPr/>
        </p:nvSpPr>
        <p:spPr>
          <a:xfrm>
            <a:off x="685800" y="3105150"/>
            <a:ext cx="10668000" cy="1457325"/>
          </a:xfrm>
          <a:prstGeom prst="rect">
            <a:avLst/>
          </a:prstGeom>
          <a:noFill/>
          <a:ln w="0">
            <a:noFill/>
          </a:ln>
        </p:spPr>
        <p:txBody>
          <a:bodyPr>
            <a:noAutofit/>
          </a:bodyPr>
          <a:lstStyle/>
          <a:p>
            <a:pPr>
              <a:defRPr sz="3600" b="1">
                <a:solidFill>
                  <a:srgbClr val="F7F5F0"/>
                </a:solidFill>
                <a:latin typeface="Noto Sans KR"/>
                <a:ea typeface="Noto Sans KR"/>
                <a:cs typeface="Noto Sans KR"/>
              </a:defRPr>
            </a:pPr>
            <a:r>
              <a:rPr sz="3600" b="1">
                <a:solidFill>
                  <a:srgbClr val="F7F5F0"/>
                </a:solidFill>
                <a:latin typeface="Noto Sans KR"/>
                <a:ea typeface="Noto Sans KR"/>
                <a:cs typeface="Noto Sans KR"/>
              </a:rPr>
              <a:t>풀 버전 라이브 영상을</a:t>
            </a:r>
          </a:p>
          <a:p>
            <a:pPr>
              <a:defRPr sz="3600" b="1">
                <a:solidFill>
                  <a:srgbClr val="F7F5F0"/>
                </a:solidFill>
                <a:latin typeface="Noto Sans KR"/>
                <a:ea typeface="Noto Sans KR"/>
                <a:cs typeface="Noto Sans KR"/>
              </a:defRPr>
            </a:pPr>
            <a:r>
              <a:rPr sz="3600" b="1">
                <a:solidFill>
                  <a:srgbClr val="F7F5F0"/>
                </a:solidFill>
                <a:latin typeface="Noto Sans KR"/>
                <a:ea typeface="Noto Sans KR"/>
                <a:cs typeface="Noto Sans KR"/>
              </a:rPr>
              <a:t>롱폼 영상으로 요약해주는 서비스</a:t>
            </a:r>
          </a:p>
        </p:txBody>
      </p:sp>
      <p:sp>
        <p:nvSpPr>
          <p:cNvPr id="4" name="직사각형 3">
            <a:extLst>
              <a:ext uri="{FF2B5EF4-FFF2-40B4-BE49-F238E27FC236}">
                <a16:creationId xmlns:a16="http://schemas.microsoft.com/office/drawing/2014/main" id="{3289E11F-B3CE-47BC-ACD5-E1CD52D2F457}"/>
              </a:ext>
            </a:extLst>
          </p:cNvPr>
          <p:cNvSpPr>
            <a:spLocks noGrp="1"/>
          </p:cNvSpPr>
          <p:nvPr/>
        </p:nvSpPr>
        <p:spPr>
          <a:xfrm>
            <a:off x="704850" y="4867275"/>
            <a:ext cx="6572250" cy="457200"/>
          </a:xfrm>
          <a:prstGeom prst="rect">
            <a:avLst/>
          </a:prstGeom>
          <a:noFill/>
          <a:ln w="0">
            <a:noFill/>
          </a:ln>
        </p:spPr>
        <p:txBody>
          <a:bodyPr>
            <a:noAutofit/>
          </a:bodyPr>
          <a:lstStyle/>
          <a:p>
            <a:pPr>
              <a:defRPr sz="1875" b="0">
                <a:solidFill>
                  <a:srgbClr val="C5C4BE"/>
                </a:solidFill>
                <a:latin typeface="Noto Sans KR"/>
                <a:ea typeface="Noto Sans KR"/>
                <a:cs typeface="Noto Sans KR"/>
              </a:defRPr>
            </a:pPr>
            <a:r>
              <a:rPr sz="1875" b="0">
                <a:solidFill>
                  <a:srgbClr val="C5C4BE"/>
                </a:solidFill>
                <a:latin typeface="Noto Sans KR"/>
                <a:ea typeface="Noto Sans KR"/>
                <a:cs typeface="Noto Sans KR"/>
              </a:rPr>
              <a:t>주요 구간 추천부터 사용자의 선택까지</a:t>
            </a:r>
          </a:p>
        </p:txBody>
      </p:sp>
      <p:sp>
        <p:nvSpPr>
          <p:cNvPr id="5" name="직사각형 4">
            <a:extLst>
              <a:ext uri="{FF2B5EF4-FFF2-40B4-BE49-F238E27FC236}">
                <a16:creationId xmlns:a16="http://schemas.microsoft.com/office/drawing/2014/main" id="{24E0E95A-9146-4A33-803F-93DE3F531FD8}"/>
              </a:ext>
            </a:extLst>
          </p:cNvPr>
          <p:cNvSpPr>
            <a:spLocks noGrp="1"/>
          </p:cNvSpPr>
          <p:nvPr/>
        </p:nvSpPr>
        <p:spPr>
          <a:xfrm>
            <a:off x="704850" y="6086475"/>
            <a:ext cx="5095875" cy="342900"/>
          </a:xfrm>
          <a:prstGeom prst="rect">
            <a:avLst/>
          </a:prstGeom>
          <a:noFill/>
          <a:ln w="0">
            <a:noFill/>
          </a:ln>
        </p:spPr>
        <p:txBody>
          <a:bodyPr>
            <a:noAutofit/>
          </a:bodyPr>
          <a:lstStyle/>
          <a:p>
            <a:pPr>
              <a:defRPr sz="1350" b="0">
                <a:solidFill>
                  <a:srgbClr val="C5C4BE"/>
                </a:solidFill>
                <a:latin typeface="Noto Sans KR"/>
                <a:ea typeface="Noto Sans KR"/>
                <a:cs typeface="Noto Sans KR"/>
              </a:defRPr>
            </a:pPr>
            <a:r>
              <a:rPr sz="1350" b="0">
                <a:solidFill>
                  <a:srgbClr val="C5C4BE"/>
                </a:solidFill>
                <a:latin typeface="Noto Sans KR"/>
                <a:ea typeface="Noto Sans KR"/>
                <a:cs typeface="Noto Sans KR"/>
              </a:rPr>
              <a:t>2026 졸업과제 전시회</a:t>
            </a:r>
          </a:p>
        </p:txBody>
      </p:sp>
      <p:sp>
        <p:nvSpPr>
          <p:cNvPr id="6" name="직사각형 5">
            <a:extLst>
              <a:ext uri="{FF2B5EF4-FFF2-40B4-BE49-F238E27FC236}">
                <a16:creationId xmlns:a16="http://schemas.microsoft.com/office/drawing/2014/main" id="{83586F72-4D8C-4517-9392-19D09312FFFC}"/>
              </a:ext>
            </a:extLst>
          </p:cNvPr>
          <p:cNvSpPr>
            <a:spLocks noGrp="1"/>
          </p:cNvSpPr>
          <p:nvPr/>
        </p:nvSpPr>
        <p:spPr>
          <a:xfrm>
            <a:off x="9873804" y="5324475"/>
            <a:ext cx="1923244" cy="1059019"/>
          </a:xfrm>
          <a:prstGeom prst="rect">
            <a:avLst/>
          </a:prstGeom>
          <a:noFill/>
          <a:ln w="0">
            <a:noFill/>
          </a:ln>
        </p:spPr>
        <p:txBody>
          <a:bodyPr>
            <a:noAutofit/>
          </a:bodyPr>
          <a:lstStyle/>
          <a:p>
            <a:pPr>
              <a:defRPr sz="1350" b="0">
                <a:solidFill>
                  <a:srgbClr val="C5C4BE"/>
                </a:solidFill>
                <a:latin typeface="Noto Sans KR"/>
                <a:ea typeface="Noto Sans KR"/>
                <a:cs typeface="Noto Sans KR"/>
              </a:defRPr>
            </a:pPr>
            <a:r>
              <a:rPr sz="1350" b="0" dirty="0">
                <a:solidFill>
                  <a:srgbClr val="C5C4BE"/>
                </a:solidFill>
                <a:latin typeface="Noto Sans KR"/>
                <a:ea typeface="Noto Sans KR"/>
                <a:cs typeface="Noto Sans KR"/>
              </a:rPr>
              <a:t>팀 </a:t>
            </a:r>
            <a:r>
              <a:rPr sz="1350" b="0" dirty="0" err="1">
                <a:solidFill>
                  <a:srgbClr val="C5C4BE"/>
                </a:solidFill>
                <a:latin typeface="Noto Sans KR"/>
                <a:ea typeface="Noto Sans KR"/>
                <a:cs typeface="Noto Sans KR"/>
              </a:rPr>
              <a:t>아무거나</a:t>
            </a:r>
            <a:endParaRPr lang="en-US" sz="1350" b="0" dirty="0">
              <a:solidFill>
                <a:srgbClr val="C5C4BE"/>
              </a:solidFill>
              <a:latin typeface="Noto Sans KR"/>
              <a:ea typeface="Noto Sans KR"/>
              <a:cs typeface="Noto Sans KR"/>
            </a:endParaRPr>
          </a:p>
          <a:p>
            <a:pPr>
              <a:defRPr sz="1350" b="0">
                <a:solidFill>
                  <a:srgbClr val="C5C4BE"/>
                </a:solidFill>
                <a:latin typeface="Noto Sans KR"/>
                <a:ea typeface="Noto Sans KR"/>
                <a:cs typeface="Noto Sans KR"/>
              </a:defRPr>
            </a:pPr>
            <a:r>
              <a:rPr lang="en-US" sz="1350" dirty="0">
                <a:solidFill>
                  <a:srgbClr val="C5C4BE"/>
                </a:solidFill>
                <a:latin typeface="Noto Sans KR"/>
                <a:ea typeface="Noto Sans KR"/>
                <a:cs typeface="Noto Sans KR"/>
              </a:rPr>
              <a:t>201724429 </a:t>
            </a:r>
            <a:r>
              <a:rPr lang="ko-KR" altLang="en-US" sz="1350" dirty="0">
                <a:solidFill>
                  <a:srgbClr val="C5C4BE"/>
                </a:solidFill>
                <a:latin typeface="Noto Sans KR"/>
                <a:ea typeface="Noto Sans KR"/>
                <a:cs typeface="Noto Sans KR"/>
              </a:rPr>
              <a:t>김영빈</a:t>
            </a:r>
            <a:endParaRPr lang="en-US" altLang="ko-KR" sz="1350" dirty="0">
              <a:solidFill>
                <a:srgbClr val="C5C4BE"/>
              </a:solidFill>
              <a:latin typeface="Noto Sans KR"/>
              <a:ea typeface="Noto Sans KR"/>
              <a:cs typeface="Noto Sans KR"/>
            </a:endParaRPr>
          </a:p>
          <a:p>
            <a:pPr>
              <a:defRPr sz="1350" b="0">
                <a:solidFill>
                  <a:srgbClr val="C5C4BE"/>
                </a:solidFill>
                <a:latin typeface="Noto Sans KR"/>
                <a:ea typeface="Noto Sans KR"/>
                <a:cs typeface="Noto Sans KR"/>
              </a:defRPr>
            </a:pPr>
            <a:r>
              <a:rPr lang="en-US" sz="1350" b="0" dirty="0">
                <a:solidFill>
                  <a:srgbClr val="C5C4BE"/>
                </a:solidFill>
                <a:latin typeface="Noto Sans KR"/>
                <a:ea typeface="Noto Sans KR"/>
                <a:cs typeface="Noto Sans KR"/>
              </a:rPr>
              <a:t>202155567 </a:t>
            </a:r>
            <a:r>
              <a:rPr lang="ko-KR" altLang="en-US" sz="1350" b="0" dirty="0">
                <a:solidFill>
                  <a:srgbClr val="C5C4BE"/>
                </a:solidFill>
                <a:latin typeface="Noto Sans KR"/>
                <a:ea typeface="Noto Sans KR"/>
                <a:cs typeface="Noto Sans KR"/>
              </a:rPr>
              <a:t>손재우</a:t>
            </a:r>
            <a:endParaRPr lang="en-US" altLang="ko-KR" sz="1350" b="0" dirty="0">
              <a:solidFill>
                <a:srgbClr val="C5C4BE"/>
              </a:solidFill>
              <a:latin typeface="Noto Sans KR"/>
              <a:ea typeface="Noto Sans KR"/>
              <a:cs typeface="Noto Sans KR"/>
            </a:endParaRPr>
          </a:p>
          <a:p>
            <a:pPr>
              <a:defRPr sz="1350" b="0">
                <a:solidFill>
                  <a:srgbClr val="C5C4BE"/>
                </a:solidFill>
                <a:latin typeface="Noto Sans KR"/>
                <a:ea typeface="Noto Sans KR"/>
                <a:cs typeface="Noto Sans KR"/>
              </a:defRPr>
            </a:pPr>
            <a:r>
              <a:rPr lang="en-US" sz="1350" dirty="0">
                <a:solidFill>
                  <a:srgbClr val="C5C4BE"/>
                </a:solidFill>
                <a:latin typeface="Noto Sans KR"/>
                <a:ea typeface="Noto Sans KR"/>
                <a:cs typeface="Noto Sans KR"/>
              </a:rPr>
              <a:t>202155573 </a:t>
            </a:r>
            <a:r>
              <a:rPr lang="ko-KR" altLang="en-US" sz="1350" dirty="0">
                <a:solidFill>
                  <a:srgbClr val="C5C4BE"/>
                </a:solidFill>
                <a:latin typeface="Noto Sans KR"/>
                <a:ea typeface="Noto Sans KR"/>
                <a:cs typeface="Noto Sans KR"/>
              </a:rPr>
              <a:t>염도엽</a:t>
            </a:r>
            <a:endParaRPr sz="1350" b="0" dirty="0">
              <a:solidFill>
                <a:srgbClr val="C5C4BE"/>
              </a:solidFill>
              <a:latin typeface="Noto Sans KR"/>
              <a:ea typeface="Noto Sans KR"/>
              <a:cs typeface="Noto Sans KR"/>
            </a:endParaRPr>
          </a:p>
        </p:txBody>
      </p:sp>
    </p:spTree>
    <p:extLst>
      <p:ext uri="{BB962C8B-B14F-4D97-AF65-F5344CB8AC3E}">
        <p14:creationId xmlns:p14="http://schemas.microsoft.com/office/powerpoint/2010/main" val="700038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968B5257-0CA3-4254-A521-CDE531C00B86}"/>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a:solidFill>
                  <a:srgbClr val="68716F"/>
                </a:solidFill>
                <a:latin typeface="Noto Sans KR"/>
                <a:ea typeface="Noto Sans KR"/>
                <a:cs typeface="Noto Sans KR"/>
              </a:rPr>
              <a:t>02</a:t>
            </a:r>
          </a:p>
        </p:txBody>
      </p:sp>
      <p:pic>
        <p:nvPicPr>
          <p:cNvPr id="16" name="그림 15">
            <a:extLst>
              <a:ext uri="{FF2B5EF4-FFF2-40B4-BE49-F238E27FC236}">
                <a16:creationId xmlns:a16="http://schemas.microsoft.com/office/drawing/2014/main" id="{C72C02B2-2C26-7BF9-A002-598A24680B37}"/>
              </a:ext>
            </a:extLst>
          </p:cNvPr>
          <p:cNvPicPr>
            <a:picLocks noChangeAspect="1"/>
          </p:cNvPicPr>
          <p:nvPr/>
        </p:nvPicPr>
        <p:blipFill>
          <a:blip r:embed="rId3"/>
          <a:stretch>
            <a:fillRect/>
          </a:stretch>
        </p:blipFill>
        <p:spPr>
          <a:xfrm>
            <a:off x="1467465" y="405724"/>
            <a:ext cx="5901376" cy="6046552"/>
          </a:xfrm>
          <a:prstGeom prst="rect">
            <a:avLst/>
          </a:prstGeom>
        </p:spPr>
      </p:pic>
      <p:pic>
        <p:nvPicPr>
          <p:cNvPr id="18" name="그림 17">
            <a:extLst>
              <a:ext uri="{FF2B5EF4-FFF2-40B4-BE49-F238E27FC236}">
                <a16:creationId xmlns:a16="http://schemas.microsoft.com/office/drawing/2014/main" id="{AE446033-A531-2150-AD8F-5666F2E93DE5}"/>
              </a:ext>
            </a:extLst>
          </p:cNvPr>
          <p:cNvPicPr>
            <a:picLocks noChangeAspect="1"/>
          </p:cNvPicPr>
          <p:nvPr/>
        </p:nvPicPr>
        <p:blipFill>
          <a:blip r:embed="rId4"/>
          <a:stretch>
            <a:fillRect/>
          </a:stretch>
        </p:blipFill>
        <p:spPr>
          <a:xfrm>
            <a:off x="5471175" y="405724"/>
            <a:ext cx="5839762" cy="6452276"/>
          </a:xfrm>
          <a:prstGeom prst="rect">
            <a:avLst/>
          </a:prstGeom>
        </p:spPr>
      </p:pic>
      <p:sp>
        <p:nvSpPr>
          <p:cNvPr id="20" name="직사각형 19">
            <a:extLst>
              <a:ext uri="{FF2B5EF4-FFF2-40B4-BE49-F238E27FC236}">
                <a16:creationId xmlns:a16="http://schemas.microsoft.com/office/drawing/2014/main" id="{B300298F-C3F8-A59D-2C56-F565A825BA64}"/>
              </a:ext>
            </a:extLst>
          </p:cNvPr>
          <p:cNvSpPr>
            <a:spLocks noGrp="1"/>
          </p:cNvSpPr>
          <p:nvPr/>
        </p:nvSpPr>
        <p:spPr>
          <a:xfrm>
            <a:off x="710881" y="405724"/>
            <a:ext cx="1636395" cy="930021"/>
          </a:xfrm>
          <a:prstGeom prst="rect">
            <a:avLst/>
          </a:prstGeom>
          <a:noFill/>
          <a:ln w="0">
            <a:noFill/>
          </a:ln>
        </p:spPr>
        <p:txBody>
          <a:bodyPr>
            <a:noAutofit/>
          </a:bodyPr>
          <a:lstStyle/>
          <a:p>
            <a:pPr>
              <a:defRPr sz="4200" b="1">
                <a:solidFill>
                  <a:srgbClr val="1D2426"/>
                </a:solidFill>
                <a:latin typeface="Noto Sans KR"/>
                <a:ea typeface="Noto Sans KR"/>
                <a:cs typeface="Noto Sans KR"/>
              </a:defRPr>
            </a:pPr>
            <a:r>
              <a:rPr lang="ko-KR" altLang="en-US" sz="4200" b="1" dirty="0">
                <a:solidFill>
                  <a:srgbClr val="1D2426"/>
                </a:solidFill>
                <a:latin typeface="Noto Sans KR"/>
                <a:ea typeface="Noto Sans KR"/>
                <a:cs typeface="Noto Sans KR"/>
              </a:rPr>
              <a:t>배경</a:t>
            </a:r>
            <a:endParaRPr sz="4200" b="1" dirty="0">
              <a:solidFill>
                <a:srgbClr val="1D2426"/>
              </a:solidFill>
              <a:latin typeface="Noto Sans KR"/>
              <a:ea typeface="Noto Sans KR"/>
              <a:cs typeface="Noto Sans KR"/>
            </a:endParaRPr>
          </a:p>
        </p:txBody>
      </p:sp>
    </p:spTree>
    <p:extLst>
      <p:ext uri="{BB962C8B-B14F-4D97-AF65-F5344CB8AC3E}">
        <p14:creationId xmlns:p14="http://schemas.microsoft.com/office/powerpoint/2010/main" val="45268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274D5290-73E8-04BB-2239-93F43B4AA506}"/>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F46E7149-7C8C-555A-CBD8-20015F795C6A}"/>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b="0" dirty="0">
                <a:solidFill>
                  <a:srgbClr val="68716F"/>
                </a:solidFill>
                <a:latin typeface="Noto Sans KR"/>
                <a:ea typeface="Noto Sans KR"/>
                <a:cs typeface="Noto Sans KR"/>
              </a:rPr>
              <a:t>3</a:t>
            </a:r>
            <a:endParaRPr sz="1350" b="0" dirty="0">
              <a:solidFill>
                <a:srgbClr val="68716F"/>
              </a:solidFill>
              <a:latin typeface="Noto Sans KR"/>
              <a:ea typeface="Noto Sans KR"/>
              <a:cs typeface="Noto Sans KR"/>
            </a:endParaRPr>
          </a:p>
        </p:txBody>
      </p:sp>
      <p:sp>
        <p:nvSpPr>
          <p:cNvPr id="2" name="직사각형 1">
            <a:extLst>
              <a:ext uri="{FF2B5EF4-FFF2-40B4-BE49-F238E27FC236}">
                <a16:creationId xmlns:a16="http://schemas.microsoft.com/office/drawing/2014/main" id="{31A7BF83-A765-EF02-15DE-E63984A67413}"/>
              </a:ext>
            </a:extLst>
          </p:cNvPr>
          <p:cNvSpPr>
            <a:spLocks noGrp="1"/>
          </p:cNvSpPr>
          <p:nvPr/>
        </p:nvSpPr>
        <p:spPr>
          <a:xfrm>
            <a:off x="619125" y="904875"/>
            <a:ext cx="6667500" cy="1685925"/>
          </a:xfrm>
          <a:prstGeom prst="rect">
            <a:avLst/>
          </a:prstGeom>
          <a:noFill/>
          <a:ln w="0">
            <a:noFill/>
          </a:ln>
        </p:spPr>
        <p:txBody>
          <a:bodyPr>
            <a:noAutofit/>
          </a:bodyPr>
          <a:lstStyle/>
          <a:p>
            <a:pPr>
              <a:defRPr sz="4200" b="1">
                <a:solidFill>
                  <a:srgbClr val="1D2426"/>
                </a:solidFill>
                <a:latin typeface="Noto Sans KR"/>
                <a:ea typeface="Noto Sans KR"/>
                <a:cs typeface="Noto Sans KR"/>
              </a:defRPr>
            </a:pPr>
            <a:r>
              <a:rPr sz="4200" b="1" dirty="0">
                <a:solidFill>
                  <a:srgbClr val="1D2426"/>
                </a:solidFill>
                <a:latin typeface="Noto Sans KR"/>
                <a:ea typeface="Noto Sans KR"/>
                <a:cs typeface="Noto Sans KR"/>
              </a:rPr>
              <a:t>긴 </a:t>
            </a:r>
            <a:r>
              <a:rPr sz="4200" b="1" dirty="0" err="1">
                <a:solidFill>
                  <a:srgbClr val="1D2426"/>
                </a:solidFill>
                <a:latin typeface="Noto Sans KR"/>
                <a:ea typeface="Noto Sans KR"/>
                <a:cs typeface="Noto Sans KR"/>
              </a:rPr>
              <a:t>영상의</a:t>
            </a:r>
            <a:r>
              <a:rPr sz="4200" b="1" dirty="0">
                <a:solidFill>
                  <a:srgbClr val="1D2426"/>
                </a:solidFill>
                <a:latin typeface="Noto Sans KR"/>
                <a:ea typeface="Noto Sans KR"/>
                <a:cs typeface="Noto Sans KR"/>
              </a:rPr>
              <a:t> </a:t>
            </a:r>
            <a:r>
              <a:rPr sz="4200" b="1" dirty="0" err="1">
                <a:solidFill>
                  <a:srgbClr val="1D2426"/>
                </a:solidFill>
                <a:latin typeface="Noto Sans KR"/>
                <a:ea typeface="Noto Sans KR"/>
                <a:cs typeface="Noto Sans KR"/>
              </a:rPr>
              <a:t>편집은</a:t>
            </a:r>
            <a:endParaRPr sz="4200" b="1" dirty="0">
              <a:solidFill>
                <a:srgbClr val="1D2426"/>
              </a:solidFill>
              <a:latin typeface="Noto Sans KR"/>
              <a:ea typeface="Noto Sans KR"/>
              <a:cs typeface="Noto Sans KR"/>
            </a:endParaRPr>
          </a:p>
          <a:p>
            <a:pPr>
              <a:defRPr sz="4200" b="1">
                <a:solidFill>
                  <a:srgbClr val="1D2426"/>
                </a:solidFill>
                <a:latin typeface="Noto Sans KR"/>
                <a:ea typeface="Noto Sans KR"/>
                <a:cs typeface="Noto Sans KR"/>
              </a:defRPr>
            </a:pPr>
            <a:r>
              <a:rPr sz="4200" b="1" dirty="0" err="1">
                <a:solidFill>
                  <a:srgbClr val="1D2426"/>
                </a:solidFill>
                <a:latin typeface="Noto Sans KR"/>
                <a:ea typeface="Noto Sans KR"/>
                <a:cs typeface="Noto Sans KR"/>
              </a:rPr>
              <a:t>장면을</a:t>
            </a:r>
            <a:r>
              <a:rPr sz="4200" b="1" dirty="0">
                <a:solidFill>
                  <a:srgbClr val="1D2426"/>
                </a:solidFill>
                <a:latin typeface="Noto Sans KR"/>
                <a:ea typeface="Noto Sans KR"/>
                <a:cs typeface="Noto Sans KR"/>
              </a:rPr>
              <a:t> </a:t>
            </a:r>
            <a:r>
              <a:rPr sz="4200" b="1" dirty="0" err="1">
                <a:solidFill>
                  <a:srgbClr val="1D2426"/>
                </a:solidFill>
                <a:latin typeface="Noto Sans KR"/>
                <a:ea typeface="Noto Sans KR"/>
                <a:cs typeface="Noto Sans KR"/>
              </a:rPr>
              <a:t>고르는</a:t>
            </a:r>
            <a:r>
              <a:rPr sz="4200" b="1" dirty="0">
                <a:solidFill>
                  <a:srgbClr val="1D2426"/>
                </a:solidFill>
                <a:latin typeface="Noto Sans KR"/>
                <a:ea typeface="Noto Sans KR"/>
                <a:cs typeface="Noto Sans KR"/>
              </a:rPr>
              <a:t> </a:t>
            </a:r>
            <a:r>
              <a:rPr sz="4200" b="1" dirty="0" err="1">
                <a:solidFill>
                  <a:srgbClr val="1D2426"/>
                </a:solidFill>
                <a:latin typeface="Noto Sans KR"/>
                <a:ea typeface="Noto Sans KR"/>
                <a:cs typeface="Noto Sans KR"/>
              </a:rPr>
              <a:t>일부터</a:t>
            </a:r>
            <a:endParaRPr sz="4200" b="1" dirty="0">
              <a:solidFill>
                <a:srgbClr val="1D2426"/>
              </a:solidFill>
              <a:latin typeface="Noto Sans KR"/>
              <a:ea typeface="Noto Sans KR"/>
              <a:cs typeface="Noto Sans KR"/>
            </a:endParaRPr>
          </a:p>
        </p:txBody>
      </p:sp>
      <p:sp>
        <p:nvSpPr>
          <p:cNvPr id="3" name="직사각형 2">
            <a:extLst>
              <a:ext uri="{FF2B5EF4-FFF2-40B4-BE49-F238E27FC236}">
                <a16:creationId xmlns:a16="http://schemas.microsoft.com/office/drawing/2014/main" id="{F1F8CADF-7E22-27C6-DDAE-1EE4EEEA2736}"/>
              </a:ext>
            </a:extLst>
          </p:cNvPr>
          <p:cNvSpPr>
            <a:spLocks noGrp="1"/>
          </p:cNvSpPr>
          <p:nvPr/>
        </p:nvSpPr>
        <p:spPr>
          <a:xfrm>
            <a:off x="676275" y="3257550"/>
            <a:ext cx="6343650" cy="1000125"/>
          </a:xfrm>
          <a:prstGeom prst="rect">
            <a:avLst/>
          </a:prstGeom>
          <a:noFill/>
          <a:ln w="0">
            <a:noFill/>
          </a:ln>
        </p:spPr>
        <p:txBody>
          <a:bodyPr>
            <a:noAutofit/>
          </a:bodyPr>
          <a:lstStyle/>
          <a:p>
            <a:pPr>
              <a:defRPr sz="2100" b="0">
                <a:solidFill>
                  <a:srgbClr val="68716F"/>
                </a:solidFill>
                <a:latin typeface="Noto Sans KR"/>
                <a:ea typeface="Noto Sans KR"/>
                <a:cs typeface="Noto Sans KR"/>
              </a:defRPr>
            </a:pPr>
            <a:r>
              <a:rPr sz="2100" b="0" dirty="0" err="1">
                <a:solidFill>
                  <a:srgbClr val="68716F"/>
                </a:solidFill>
                <a:latin typeface="Noto Sans KR"/>
                <a:ea typeface="Noto Sans KR"/>
                <a:cs typeface="Noto Sans KR"/>
              </a:rPr>
              <a:t>원본을</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살펴보고</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주요</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구간을</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고르고</a:t>
            </a:r>
            <a:r>
              <a:rPr sz="2100" b="0" dirty="0">
                <a:solidFill>
                  <a:srgbClr val="68716F"/>
                </a:solidFill>
                <a:latin typeface="Noto Sans KR"/>
                <a:ea typeface="Noto Sans KR"/>
                <a:cs typeface="Noto Sans KR"/>
              </a:rPr>
              <a:t>,</a:t>
            </a:r>
          </a:p>
          <a:p>
            <a:pPr>
              <a:defRPr sz="2100" b="0">
                <a:solidFill>
                  <a:srgbClr val="68716F"/>
                </a:solidFill>
                <a:latin typeface="Noto Sans KR"/>
                <a:ea typeface="Noto Sans KR"/>
                <a:cs typeface="Noto Sans KR"/>
              </a:defRPr>
            </a:pPr>
            <a:r>
              <a:rPr sz="2100" b="0" dirty="0" err="1">
                <a:solidFill>
                  <a:srgbClr val="68716F"/>
                </a:solidFill>
                <a:latin typeface="Noto Sans KR"/>
                <a:ea typeface="Noto Sans KR"/>
                <a:cs typeface="Noto Sans KR"/>
              </a:rPr>
              <a:t>이해에</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필요한</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설명을</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남깁니다</a:t>
            </a:r>
            <a:r>
              <a:rPr sz="2100" b="0" dirty="0">
                <a:solidFill>
                  <a:srgbClr val="68716F"/>
                </a:solidFill>
                <a:latin typeface="Noto Sans KR"/>
                <a:ea typeface="Noto Sans KR"/>
                <a:cs typeface="Noto Sans KR"/>
              </a:rPr>
              <a:t>.</a:t>
            </a:r>
          </a:p>
        </p:txBody>
      </p:sp>
      <p:sp>
        <p:nvSpPr>
          <p:cNvPr id="4" name="직사각형 3">
            <a:extLst>
              <a:ext uri="{FF2B5EF4-FFF2-40B4-BE49-F238E27FC236}">
                <a16:creationId xmlns:a16="http://schemas.microsoft.com/office/drawing/2014/main" id="{18A17299-B5BA-5A7C-70EC-DC4B7C8CFD77}"/>
              </a:ext>
            </a:extLst>
          </p:cNvPr>
          <p:cNvSpPr>
            <a:spLocks noGrp="1"/>
          </p:cNvSpPr>
          <p:nvPr/>
        </p:nvSpPr>
        <p:spPr>
          <a:xfrm>
            <a:off x="7724775" y="800100"/>
            <a:ext cx="3810000" cy="428625"/>
          </a:xfrm>
          <a:prstGeom prst="rect">
            <a:avLst/>
          </a:prstGeom>
          <a:noFill/>
          <a:ln w="0">
            <a:noFill/>
          </a:ln>
        </p:spPr>
        <p:txBody>
          <a:bodyPr>
            <a:noAutofit/>
          </a:bodyPr>
          <a:lstStyle/>
          <a:p>
            <a:pPr>
              <a:defRPr sz="2025" b="1">
                <a:solidFill>
                  <a:srgbClr val="A76542"/>
                </a:solidFill>
                <a:latin typeface="Noto Sans KR"/>
                <a:ea typeface="Noto Sans KR"/>
                <a:cs typeface="Noto Sans KR"/>
              </a:defRPr>
            </a:pPr>
            <a:r>
              <a:rPr sz="2025" b="1">
                <a:solidFill>
                  <a:srgbClr val="A76542"/>
                </a:solidFill>
                <a:latin typeface="Noto Sans KR"/>
                <a:ea typeface="Noto Sans KR"/>
                <a:cs typeface="Noto Sans KR"/>
              </a:rPr>
              <a:t>다양한 카테고리에 활용</a:t>
            </a:r>
          </a:p>
        </p:txBody>
      </p:sp>
      <p:sp>
        <p:nvSpPr>
          <p:cNvPr id="5" name="직사각형 4">
            <a:extLst>
              <a:ext uri="{FF2B5EF4-FFF2-40B4-BE49-F238E27FC236}">
                <a16:creationId xmlns:a16="http://schemas.microsoft.com/office/drawing/2014/main" id="{242302B7-9AB5-97DD-AFFE-018B0060BD81}"/>
              </a:ext>
            </a:extLst>
          </p:cNvPr>
          <p:cNvSpPr>
            <a:spLocks noGrp="1"/>
          </p:cNvSpPr>
          <p:nvPr/>
        </p:nvSpPr>
        <p:spPr>
          <a:xfrm>
            <a:off x="7724775" y="1552575"/>
            <a:ext cx="3810000" cy="485775"/>
          </a:xfrm>
          <a:prstGeom prst="rect">
            <a:avLst/>
          </a:prstGeom>
          <a:noFill/>
          <a:ln w="0">
            <a:noFill/>
          </a:ln>
        </p:spPr>
        <p:txBody>
          <a:bodyPr>
            <a:noAutofit/>
          </a:bodyPr>
          <a:lstStyle/>
          <a:p>
            <a:pPr>
              <a:defRPr sz="2475" b="1">
                <a:solidFill>
                  <a:srgbClr val="1D2426"/>
                </a:solidFill>
                <a:latin typeface="Noto Sans KR"/>
                <a:ea typeface="Noto Sans KR"/>
                <a:cs typeface="Noto Sans KR"/>
              </a:defRPr>
            </a:pPr>
            <a:r>
              <a:rPr sz="2475" b="1" dirty="0" err="1">
                <a:solidFill>
                  <a:srgbClr val="1D2426"/>
                </a:solidFill>
                <a:latin typeface="Noto Sans KR"/>
                <a:ea typeface="Noto Sans KR"/>
                <a:cs typeface="Noto Sans KR"/>
              </a:rPr>
              <a:t>뉴스·시사</a:t>
            </a:r>
            <a:endParaRPr sz="2475" b="1" dirty="0">
              <a:solidFill>
                <a:srgbClr val="1D2426"/>
              </a:solidFill>
              <a:latin typeface="Noto Sans KR"/>
              <a:ea typeface="Noto Sans KR"/>
              <a:cs typeface="Noto Sans KR"/>
            </a:endParaRPr>
          </a:p>
        </p:txBody>
      </p:sp>
      <p:sp>
        <p:nvSpPr>
          <p:cNvPr id="6" name="직사각형 5">
            <a:extLst>
              <a:ext uri="{FF2B5EF4-FFF2-40B4-BE49-F238E27FC236}">
                <a16:creationId xmlns:a16="http://schemas.microsoft.com/office/drawing/2014/main" id="{4E7A0D11-7A11-DC1F-05B7-E5593A69FB0E}"/>
              </a:ext>
            </a:extLst>
          </p:cNvPr>
          <p:cNvSpPr>
            <a:spLocks noGrp="1"/>
          </p:cNvSpPr>
          <p:nvPr/>
        </p:nvSpPr>
        <p:spPr>
          <a:xfrm>
            <a:off x="7762875" y="2085975"/>
            <a:ext cx="3810000" cy="361950"/>
          </a:xfrm>
          <a:prstGeom prst="rect">
            <a:avLst/>
          </a:prstGeom>
          <a:noFill/>
          <a:ln w="0">
            <a:noFill/>
          </a:ln>
        </p:spPr>
        <p:txBody>
          <a:bodyPr>
            <a:noAutofit/>
          </a:bodyPr>
          <a:lstStyle/>
          <a:p>
            <a:pPr>
              <a:defRPr sz="1575" b="0">
                <a:solidFill>
                  <a:srgbClr val="68716F"/>
                </a:solidFill>
                <a:latin typeface="Noto Sans KR"/>
                <a:ea typeface="Noto Sans KR"/>
                <a:cs typeface="Noto Sans KR"/>
              </a:defRPr>
            </a:pPr>
            <a:r>
              <a:rPr sz="1575" b="0" dirty="0" err="1">
                <a:solidFill>
                  <a:srgbClr val="68716F"/>
                </a:solidFill>
                <a:latin typeface="Noto Sans KR"/>
                <a:ea typeface="Noto Sans KR"/>
                <a:cs typeface="Noto Sans KR"/>
              </a:rPr>
              <a:t>주요</a:t>
            </a:r>
            <a:r>
              <a:rPr sz="1575" b="0" dirty="0">
                <a:solidFill>
                  <a:srgbClr val="68716F"/>
                </a:solidFill>
                <a:latin typeface="Noto Sans KR"/>
                <a:ea typeface="Noto Sans KR"/>
                <a:cs typeface="Noto Sans KR"/>
              </a:rPr>
              <a:t> </a:t>
            </a:r>
            <a:r>
              <a:rPr sz="1575" b="0" dirty="0" err="1">
                <a:solidFill>
                  <a:srgbClr val="68716F"/>
                </a:solidFill>
                <a:latin typeface="Noto Sans KR"/>
                <a:ea typeface="Noto Sans KR"/>
                <a:cs typeface="Noto Sans KR"/>
              </a:rPr>
              <a:t>이슈와</a:t>
            </a:r>
            <a:r>
              <a:rPr sz="1575" b="0" dirty="0">
                <a:solidFill>
                  <a:srgbClr val="68716F"/>
                </a:solidFill>
                <a:latin typeface="Noto Sans KR"/>
                <a:ea typeface="Noto Sans KR"/>
                <a:cs typeface="Noto Sans KR"/>
              </a:rPr>
              <a:t> </a:t>
            </a:r>
            <a:r>
              <a:rPr sz="1575" b="0" dirty="0" err="1">
                <a:solidFill>
                  <a:srgbClr val="68716F"/>
                </a:solidFill>
                <a:latin typeface="Noto Sans KR"/>
                <a:ea typeface="Noto Sans KR"/>
                <a:cs typeface="Noto Sans KR"/>
              </a:rPr>
              <a:t>배경을</a:t>
            </a:r>
            <a:r>
              <a:rPr sz="1575" b="0" dirty="0">
                <a:solidFill>
                  <a:srgbClr val="68716F"/>
                </a:solidFill>
                <a:latin typeface="Noto Sans KR"/>
                <a:ea typeface="Noto Sans KR"/>
                <a:cs typeface="Noto Sans KR"/>
              </a:rPr>
              <a:t> </a:t>
            </a:r>
            <a:r>
              <a:rPr sz="1575" b="0" dirty="0" err="1">
                <a:solidFill>
                  <a:srgbClr val="68716F"/>
                </a:solidFill>
                <a:latin typeface="Noto Sans KR"/>
                <a:ea typeface="Noto Sans KR"/>
                <a:cs typeface="Noto Sans KR"/>
              </a:rPr>
              <a:t>다루는</a:t>
            </a:r>
            <a:r>
              <a:rPr sz="1575" b="0" dirty="0">
                <a:solidFill>
                  <a:srgbClr val="68716F"/>
                </a:solidFill>
                <a:latin typeface="Noto Sans KR"/>
                <a:ea typeface="Noto Sans KR"/>
                <a:cs typeface="Noto Sans KR"/>
              </a:rPr>
              <a:t> </a:t>
            </a:r>
            <a:r>
              <a:rPr sz="1575" b="0" dirty="0" err="1">
                <a:solidFill>
                  <a:srgbClr val="68716F"/>
                </a:solidFill>
                <a:latin typeface="Noto Sans KR"/>
                <a:ea typeface="Noto Sans KR"/>
                <a:cs typeface="Noto Sans KR"/>
              </a:rPr>
              <a:t>영상</a:t>
            </a:r>
            <a:endParaRPr sz="1575" b="0" dirty="0">
              <a:solidFill>
                <a:srgbClr val="68716F"/>
              </a:solidFill>
              <a:latin typeface="Noto Sans KR"/>
              <a:ea typeface="Noto Sans KR"/>
              <a:cs typeface="Noto Sans KR"/>
            </a:endParaRPr>
          </a:p>
        </p:txBody>
      </p:sp>
      <p:sp>
        <p:nvSpPr>
          <p:cNvPr id="7" name="직사각형 6">
            <a:extLst>
              <a:ext uri="{FF2B5EF4-FFF2-40B4-BE49-F238E27FC236}">
                <a16:creationId xmlns:a16="http://schemas.microsoft.com/office/drawing/2014/main" id="{7EBC015A-2429-566D-F7FC-5A3A4CBF92A1}"/>
              </a:ext>
            </a:extLst>
          </p:cNvPr>
          <p:cNvSpPr>
            <a:spLocks noGrp="1"/>
          </p:cNvSpPr>
          <p:nvPr/>
        </p:nvSpPr>
        <p:spPr>
          <a:xfrm>
            <a:off x="7724775" y="2752725"/>
            <a:ext cx="3810000" cy="485775"/>
          </a:xfrm>
          <a:prstGeom prst="rect">
            <a:avLst/>
          </a:prstGeom>
          <a:noFill/>
          <a:ln w="0">
            <a:noFill/>
          </a:ln>
        </p:spPr>
        <p:txBody>
          <a:bodyPr>
            <a:noAutofit/>
          </a:bodyPr>
          <a:lstStyle/>
          <a:p>
            <a:pPr>
              <a:defRPr sz="2475" b="1">
                <a:solidFill>
                  <a:srgbClr val="1D2426"/>
                </a:solidFill>
                <a:latin typeface="Noto Sans KR"/>
                <a:ea typeface="Noto Sans KR"/>
                <a:cs typeface="Noto Sans KR"/>
              </a:defRPr>
            </a:pPr>
            <a:r>
              <a:rPr lang="ko-KR" altLang="en-US" sz="2475" b="1" dirty="0">
                <a:solidFill>
                  <a:srgbClr val="1D2426"/>
                </a:solidFill>
                <a:latin typeface="Noto Sans KR"/>
                <a:ea typeface="Noto Sans KR"/>
                <a:cs typeface="Noto Sans KR"/>
              </a:rPr>
              <a:t>요리</a:t>
            </a:r>
            <a:endParaRPr sz="2475" b="1" dirty="0">
              <a:solidFill>
                <a:srgbClr val="1D2426"/>
              </a:solidFill>
              <a:latin typeface="Noto Sans KR"/>
              <a:ea typeface="Noto Sans KR"/>
              <a:cs typeface="Noto Sans KR"/>
            </a:endParaRPr>
          </a:p>
        </p:txBody>
      </p:sp>
      <p:sp>
        <p:nvSpPr>
          <p:cNvPr id="8" name="직사각형 7">
            <a:extLst>
              <a:ext uri="{FF2B5EF4-FFF2-40B4-BE49-F238E27FC236}">
                <a16:creationId xmlns:a16="http://schemas.microsoft.com/office/drawing/2014/main" id="{828D8628-FECF-8BB5-B27F-560BC4C15138}"/>
              </a:ext>
            </a:extLst>
          </p:cNvPr>
          <p:cNvSpPr>
            <a:spLocks noGrp="1"/>
          </p:cNvSpPr>
          <p:nvPr/>
        </p:nvSpPr>
        <p:spPr>
          <a:xfrm>
            <a:off x="7762875" y="3286125"/>
            <a:ext cx="3810000" cy="361950"/>
          </a:xfrm>
          <a:prstGeom prst="rect">
            <a:avLst/>
          </a:prstGeom>
          <a:noFill/>
          <a:ln w="0">
            <a:noFill/>
          </a:ln>
        </p:spPr>
        <p:txBody>
          <a:bodyPr>
            <a:noAutofit/>
          </a:bodyPr>
          <a:lstStyle/>
          <a:p>
            <a:pPr>
              <a:defRPr sz="1575" b="0">
                <a:solidFill>
                  <a:srgbClr val="68716F"/>
                </a:solidFill>
                <a:latin typeface="Noto Sans KR"/>
                <a:ea typeface="Noto Sans KR"/>
                <a:cs typeface="Noto Sans KR"/>
              </a:defRPr>
            </a:pPr>
            <a:r>
              <a:rPr lang="ko-KR" altLang="en-US" sz="1575" b="0" dirty="0">
                <a:solidFill>
                  <a:srgbClr val="68716F"/>
                </a:solidFill>
                <a:latin typeface="Noto Sans KR"/>
                <a:ea typeface="Noto Sans KR"/>
                <a:cs typeface="Noto Sans KR"/>
              </a:rPr>
              <a:t>요리의 레시피를 설명하는 영상</a:t>
            </a:r>
            <a:endParaRPr sz="1575" b="0" dirty="0">
              <a:solidFill>
                <a:srgbClr val="68716F"/>
              </a:solidFill>
              <a:latin typeface="Noto Sans KR"/>
              <a:ea typeface="Noto Sans KR"/>
              <a:cs typeface="Noto Sans KR"/>
            </a:endParaRPr>
          </a:p>
        </p:txBody>
      </p:sp>
      <p:sp>
        <p:nvSpPr>
          <p:cNvPr id="9" name="직사각형 8">
            <a:extLst>
              <a:ext uri="{FF2B5EF4-FFF2-40B4-BE49-F238E27FC236}">
                <a16:creationId xmlns:a16="http://schemas.microsoft.com/office/drawing/2014/main" id="{9A1AC56D-DF6A-92DF-4D1A-63C271DF5161}"/>
              </a:ext>
            </a:extLst>
          </p:cNvPr>
          <p:cNvSpPr>
            <a:spLocks noGrp="1"/>
          </p:cNvSpPr>
          <p:nvPr/>
        </p:nvSpPr>
        <p:spPr>
          <a:xfrm>
            <a:off x="7724775" y="3952875"/>
            <a:ext cx="3810000" cy="485775"/>
          </a:xfrm>
          <a:prstGeom prst="rect">
            <a:avLst/>
          </a:prstGeom>
          <a:noFill/>
          <a:ln w="0">
            <a:noFill/>
          </a:ln>
        </p:spPr>
        <p:txBody>
          <a:bodyPr>
            <a:noAutofit/>
          </a:bodyPr>
          <a:lstStyle/>
          <a:p>
            <a:pPr>
              <a:defRPr sz="2475" b="1">
                <a:solidFill>
                  <a:srgbClr val="1D2426"/>
                </a:solidFill>
                <a:latin typeface="Noto Sans KR"/>
                <a:ea typeface="Noto Sans KR"/>
                <a:cs typeface="Noto Sans KR"/>
              </a:defRPr>
            </a:pPr>
            <a:r>
              <a:rPr sz="2475" b="1" dirty="0" err="1">
                <a:solidFill>
                  <a:srgbClr val="1D2426"/>
                </a:solidFill>
                <a:latin typeface="Noto Sans KR"/>
                <a:ea typeface="Noto Sans KR"/>
                <a:cs typeface="Noto Sans KR"/>
              </a:rPr>
              <a:t>주식·증시</a:t>
            </a:r>
            <a:endParaRPr sz="2475" b="1" dirty="0">
              <a:solidFill>
                <a:srgbClr val="1D2426"/>
              </a:solidFill>
              <a:latin typeface="Noto Sans KR"/>
              <a:ea typeface="Noto Sans KR"/>
              <a:cs typeface="Noto Sans KR"/>
            </a:endParaRPr>
          </a:p>
        </p:txBody>
      </p:sp>
      <p:sp>
        <p:nvSpPr>
          <p:cNvPr id="10" name="직사각형 9">
            <a:extLst>
              <a:ext uri="{FF2B5EF4-FFF2-40B4-BE49-F238E27FC236}">
                <a16:creationId xmlns:a16="http://schemas.microsoft.com/office/drawing/2014/main" id="{31AB4FB9-ED5C-E98E-B71C-C06CAD5BD0FA}"/>
              </a:ext>
            </a:extLst>
          </p:cNvPr>
          <p:cNvSpPr>
            <a:spLocks noGrp="1"/>
          </p:cNvSpPr>
          <p:nvPr/>
        </p:nvSpPr>
        <p:spPr>
          <a:xfrm>
            <a:off x="7762875" y="4486275"/>
            <a:ext cx="3810000" cy="361950"/>
          </a:xfrm>
          <a:prstGeom prst="rect">
            <a:avLst/>
          </a:prstGeom>
          <a:noFill/>
          <a:ln w="0">
            <a:noFill/>
          </a:ln>
        </p:spPr>
        <p:txBody>
          <a:bodyPr>
            <a:noAutofit/>
          </a:bodyPr>
          <a:lstStyle/>
          <a:p>
            <a:pPr>
              <a:defRPr sz="1575" b="0">
                <a:solidFill>
                  <a:srgbClr val="68716F"/>
                </a:solidFill>
                <a:latin typeface="Noto Sans KR"/>
                <a:ea typeface="Noto Sans KR"/>
                <a:cs typeface="Noto Sans KR"/>
              </a:defRPr>
            </a:pPr>
            <a:r>
              <a:rPr sz="1575" b="0">
                <a:solidFill>
                  <a:srgbClr val="68716F"/>
                </a:solidFill>
                <a:latin typeface="Noto Sans KR"/>
                <a:ea typeface="Noto Sans KR"/>
                <a:cs typeface="Noto Sans KR"/>
              </a:rPr>
              <a:t>시장 흐름과 분석을 전하는 영상</a:t>
            </a:r>
          </a:p>
        </p:txBody>
      </p:sp>
      <p:sp>
        <p:nvSpPr>
          <p:cNvPr id="11" name="직사각형 10">
            <a:extLst>
              <a:ext uri="{FF2B5EF4-FFF2-40B4-BE49-F238E27FC236}">
                <a16:creationId xmlns:a16="http://schemas.microsoft.com/office/drawing/2014/main" id="{76D64A1D-C96A-04DA-5E32-2DACD6267E71}"/>
              </a:ext>
            </a:extLst>
          </p:cNvPr>
          <p:cNvSpPr>
            <a:spLocks noGrp="1"/>
          </p:cNvSpPr>
          <p:nvPr/>
        </p:nvSpPr>
        <p:spPr>
          <a:xfrm>
            <a:off x="7724775" y="5153025"/>
            <a:ext cx="3810000" cy="485775"/>
          </a:xfrm>
          <a:prstGeom prst="rect">
            <a:avLst/>
          </a:prstGeom>
          <a:noFill/>
          <a:ln w="0">
            <a:noFill/>
          </a:ln>
        </p:spPr>
        <p:txBody>
          <a:bodyPr>
            <a:noAutofit/>
          </a:bodyPr>
          <a:lstStyle/>
          <a:p>
            <a:pPr>
              <a:defRPr sz="2475" b="1">
                <a:solidFill>
                  <a:srgbClr val="1D2426"/>
                </a:solidFill>
                <a:latin typeface="Noto Sans KR"/>
                <a:ea typeface="Noto Sans KR"/>
                <a:cs typeface="Noto Sans KR"/>
              </a:defRPr>
            </a:pPr>
            <a:r>
              <a:rPr lang="ko-KR" altLang="en-US" sz="2475" b="1" dirty="0">
                <a:solidFill>
                  <a:srgbClr val="1D2426"/>
                </a:solidFill>
                <a:latin typeface="Noto Sans KR"/>
                <a:ea typeface="Noto Sans KR"/>
                <a:cs typeface="Noto Sans KR"/>
              </a:rPr>
              <a:t>예능 </a:t>
            </a:r>
            <a:r>
              <a:rPr lang="en-US" altLang="ko-KR" sz="2475" b="1" dirty="0">
                <a:solidFill>
                  <a:srgbClr val="1D2426"/>
                </a:solidFill>
                <a:latin typeface="Noto Sans KR"/>
                <a:ea typeface="Noto Sans KR"/>
                <a:cs typeface="Noto Sans KR"/>
              </a:rPr>
              <a:t>·</a:t>
            </a:r>
            <a:r>
              <a:rPr lang="ko-KR" altLang="en-US" sz="2475" b="1" dirty="0">
                <a:solidFill>
                  <a:srgbClr val="1D2426"/>
                </a:solidFill>
                <a:latin typeface="Noto Sans KR"/>
                <a:ea typeface="Noto Sans KR"/>
                <a:cs typeface="Noto Sans KR"/>
              </a:rPr>
              <a:t>게임</a:t>
            </a:r>
            <a:endParaRPr sz="2475" b="1" dirty="0">
              <a:solidFill>
                <a:srgbClr val="1D2426"/>
              </a:solidFill>
              <a:latin typeface="Noto Sans KR"/>
              <a:ea typeface="Noto Sans KR"/>
              <a:cs typeface="Noto Sans KR"/>
            </a:endParaRPr>
          </a:p>
        </p:txBody>
      </p:sp>
      <p:sp>
        <p:nvSpPr>
          <p:cNvPr id="12" name="직사각형 11">
            <a:extLst>
              <a:ext uri="{FF2B5EF4-FFF2-40B4-BE49-F238E27FC236}">
                <a16:creationId xmlns:a16="http://schemas.microsoft.com/office/drawing/2014/main" id="{EBC0FB9D-9EDB-0A15-D7A4-9E7CFDF6072C}"/>
              </a:ext>
            </a:extLst>
          </p:cNvPr>
          <p:cNvSpPr>
            <a:spLocks noGrp="1"/>
          </p:cNvSpPr>
          <p:nvPr/>
        </p:nvSpPr>
        <p:spPr>
          <a:xfrm>
            <a:off x="7762875" y="5686425"/>
            <a:ext cx="3810000" cy="361950"/>
          </a:xfrm>
          <a:prstGeom prst="rect">
            <a:avLst/>
          </a:prstGeom>
          <a:noFill/>
          <a:ln w="0">
            <a:noFill/>
          </a:ln>
        </p:spPr>
        <p:txBody>
          <a:bodyPr>
            <a:noAutofit/>
          </a:bodyPr>
          <a:lstStyle/>
          <a:p>
            <a:pPr>
              <a:defRPr sz="1575" b="0">
                <a:solidFill>
                  <a:srgbClr val="68716F"/>
                </a:solidFill>
                <a:latin typeface="Noto Sans KR"/>
                <a:ea typeface="Noto Sans KR"/>
                <a:cs typeface="Noto Sans KR"/>
              </a:defRPr>
            </a:pPr>
            <a:r>
              <a:rPr lang="ko-KR" altLang="en-US" sz="1575" dirty="0">
                <a:solidFill>
                  <a:srgbClr val="68716F"/>
                </a:solidFill>
                <a:latin typeface="Noto Sans KR"/>
                <a:ea typeface="Noto Sans KR"/>
                <a:cs typeface="Noto Sans KR"/>
              </a:rPr>
              <a:t>시청자의 재미를 충족시켜주는 영상</a:t>
            </a:r>
            <a:endParaRPr sz="1575" b="0" dirty="0">
              <a:solidFill>
                <a:srgbClr val="68716F"/>
              </a:solidFill>
              <a:latin typeface="Noto Sans KR"/>
              <a:ea typeface="Noto Sans KR"/>
              <a:cs typeface="Noto Sans KR"/>
            </a:endParaRPr>
          </a:p>
        </p:txBody>
      </p:sp>
      <p:sp>
        <p:nvSpPr>
          <p:cNvPr id="13" name="직사각형 12">
            <a:extLst>
              <a:ext uri="{FF2B5EF4-FFF2-40B4-BE49-F238E27FC236}">
                <a16:creationId xmlns:a16="http://schemas.microsoft.com/office/drawing/2014/main" id="{4E9449AF-355F-9CF6-2984-1F26F3D55A80}"/>
              </a:ext>
            </a:extLst>
          </p:cNvPr>
          <p:cNvSpPr>
            <a:spLocks noGrp="1"/>
          </p:cNvSpPr>
          <p:nvPr/>
        </p:nvSpPr>
        <p:spPr>
          <a:xfrm>
            <a:off x="695325" y="5238750"/>
            <a:ext cx="6381750" cy="885825"/>
          </a:xfrm>
          <a:prstGeom prst="rect">
            <a:avLst/>
          </a:prstGeom>
          <a:noFill/>
          <a:ln w="0">
            <a:noFill/>
          </a:ln>
        </p:spPr>
        <p:txBody>
          <a:bodyPr>
            <a:noAutofit/>
          </a:bodyPr>
          <a:lstStyle/>
          <a:p>
            <a:pPr>
              <a:defRPr sz="2100" b="1">
                <a:solidFill>
                  <a:srgbClr val="1D2426"/>
                </a:solidFill>
                <a:latin typeface="Noto Sans KR"/>
                <a:ea typeface="Noto Sans KR"/>
                <a:cs typeface="Noto Sans KR"/>
              </a:defRPr>
            </a:pPr>
            <a:r>
              <a:rPr sz="2100" b="1">
                <a:solidFill>
                  <a:srgbClr val="1D2426"/>
                </a:solidFill>
                <a:latin typeface="Noto Sans KR"/>
                <a:ea typeface="Noto Sans KR"/>
                <a:cs typeface="Noto Sans KR"/>
              </a:rPr>
              <a:t>자신의 콘텐츠를 다시 편집하는</a:t>
            </a:r>
          </a:p>
          <a:p>
            <a:pPr>
              <a:defRPr sz="2100" b="1">
                <a:solidFill>
                  <a:srgbClr val="1D2426"/>
                </a:solidFill>
                <a:latin typeface="Noto Sans KR"/>
                <a:ea typeface="Noto Sans KR"/>
                <a:cs typeface="Noto Sans KR"/>
              </a:defRPr>
            </a:pPr>
            <a:r>
              <a:rPr sz="2100" b="1">
                <a:solidFill>
                  <a:srgbClr val="1D2426"/>
                </a:solidFill>
                <a:latin typeface="Noto Sans KR"/>
                <a:ea typeface="Noto Sans KR"/>
                <a:cs typeface="Noto Sans KR"/>
              </a:rPr>
              <a:t>크리에이터를 위한 서비스</a:t>
            </a:r>
          </a:p>
        </p:txBody>
      </p:sp>
    </p:spTree>
    <p:extLst>
      <p:ext uri="{BB962C8B-B14F-4D97-AF65-F5344CB8AC3E}">
        <p14:creationId xmlns:p14="http://schemas.microsoft.com/office/powerpoint/2010/main" val="335461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EF962ABA-D8D1-B226-7D1C-C634F78B98C9}"/>
            </a:ext>
          </a:extLst>
        </p:cNvPr>
        <p:cNvGrpSpPr/>
        <p:nvPr/>
      </p:nvGrpSpPr>
      <p:grpSpPr>
        <a:xfrm>
          <a:off x="0" y="0"/>
          <a:ext cx="0" cy="0"/>
          <a:chOff x="0" y="0"/>
          <a:chExt cx="0" cy="0"/>
        </a:xfrm>
      </p:grpSpPr>
      <p:sp>
        <p:nvSpPr>
          <p:cNvPr id="9" name="직사각형 8">
            <a:extLst>
              <a:ext uri="{FF2B5EF4-FFF2-40B4-BE49-F238E27FC236}">
                <a16:creationId xmlns:a16="http://schemas.microsoft.com/office/drawing/2014/main" id="{07D3929B-C730-626E-45EA-9B4B87672983}"/>
              </a:ext>
            </a:extLst>
          </p:cNvPr>
          <p:cNvSpPr>
            <a:spLocks noGrp="1"/>
          </p:cNvSpPr>
          <p:nvPr/>
        </p:nvSpPr>
        <p:spPr>
          <a:xfrm>
            <a:off x="628650" y="504825"/>
            <a:ext cx="10934700" cy="819150"/>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lang="ko-KR" altLang="en-US" sz="3525" b="1" dirty="0">
                <a:solidFill>
                  <a:srgbClr val="1D2426"/>
                </a:solidFill>
                <a:latin typeface="Noto Sans KR"/>
                <a:ea typeface="Noto Sans KR"/>
                <a:cs typeface="Noto Sans KR"/>
              </a:rPr>
              <a:t>편집 근거 가중치</a:t>
            </a:r>
            <a:endParaRPr sz="3525" b="1" dirty="0">
              <a:solidFill>
                <a:srgbClr val="1D2426"/>
              </a:solidFill>
              <a:latin typeface="Noto Sans KR"/>
              <a:ea typeface="Noto Sans KR"/>
              <a:cs typeface="Noto Sans KR"/>
            </a:endParaRPr>
          </a:p>
        </p:txBody>
      </p:sp>
      <p:sp>
        <p:nvSpPr>
          <p:cNvPr id="2" name="직사각형 1">
            <a:extLst>
              <a:ext uri="{FF2B5EF4-FFF2-40B4-BE49-F238E27FC236}">
                <a16:creationId xmlns:a16="http://schemas.microsoft.com/office/drawing/2014/main" id="{0E314BB3-0F43-DC54-DF8D-3EB0A5483315}"/>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dirty="0">
                <a:solidFill>
                  <a:srgbClr val="68716F"/>
                </a:solidFill>
                <a:latin typeface="Noto Sans KR"/>
                <a:ea typeface="Noto Sans KR"/>
                <a:cs typeface="Noto Sans KR"/>
              </a:rPr>
              <a:t>4</a:t>
            </a:r>
            <a:endParaRPr sz="1350" b="0" dirty="0">
              <a:solidFill>
                <a:srgbClr val="68716F"/>
              </a:solidFill>
              <a:latin typeface="Noto Sans KR"/>
              <a:ea typeface="Noto Sans KR"/>
              <a:cs typeface="Noto Sans KR"/>
            </a:endParaRPr>
          </a:p>
        </p:txBody>
      </p:sp>
      <p:graphicFrame>
        <p:nvGraphicFramePr>
          <p:cNvPr id="3" name="표 2">
            <a:extLst>
              <a:ext uri="{FF2B5EF4-FFF2-40B4-BE49-F238E27FC236}">
                <a16:creationId xmlns:a16="http://schemas.microsoft.com/office/drawing/2014/main" id="{B022C37A-2511-0E36-1547-8F40822F6CE4}"/>
              </a:ext>
            </a:extLst>
          </p:cNvPr>
          <p:cNvGraphicFramePr>
            <a:graphicFrameLocks noGrp="1"/>
          </p:cNvGraphicFramePr>
          <p:nvPr>
            <p:extLst>
              <p:ext uri="{D42A27DB-BD31-4B8C-83A1-F6EECF244321}">
                <p14:modId xmlns:p14="http://schemas.microsoft.com/office/powerpoint/2010/main" val="4047713738"/>
              </p:ext>
            </p:extLst>
          </p:nvPr>
        </p:nvGraphicFramePr>
        <p:xfrm>
          <a:off x="360427" y="2832353"/>
          <a:ext cx="5351526" cy="2422399"/>
        </p:xfrm>
        <a:graphic>
          <a:graphicData uri="http://schemas.openxmlformats.org/drawingml/2006/table">
            <a:tbl>
              <a:tblPr firstRow="1" firstCol="1" bandRow="1">
                <a:tableStyleId>{5C22544A-7EE6-4342-B048-85BDC9FD1C3A}</a:tableStyleId>
              </a:tblPr>
              <a:tblGrid>
                <a:gridCol w="2675466">
                  <a:extLst>
                    <a:ext uri="{9D8B030D-6E8A-4147-A177-3AD203B41FA5}">
                      <a16:colId xmlns:a16="http://schemas.microsoft.com/office/drawing/2014/main" val="1683048979"/>
                    </a:ext>
                  </a:extLst>
                </a:gridCol>
                <a:gridCol w="2676060">
                  <a:extLst>
                    <a:ext uri="{9D8B030D-6E8A-4147-A177-3AD203B41FA5}">
                      <a16:colId xmlns:a16="http://schemas.microsoft.com/office/drawing/2014/main" val="152186415"/>
                    </a:ext>
                  </a:extLst>
                </a:gridCol>
              </a:tblGrid>
              <a:tr h="346057">
                <a:tc>
                  <a:txBody>
                    <a:bodyPr/>
                    <a:lstStyle/>
                    <a:p>
                      <a:pPr marL="279400" algn="ctr" latinLnBrk="1">
                        <a:lnSpc>
                          <a:spcPct val="107000"/>
                        </a:lnSpc>
                        <a:spcAft>
                          <a:spcPts val="800"/>
                        </a:spcAft>
                        <a:buNone/>
                      </a:pPr>
                      <a:r>
                        <a:rPr lang="ko-KR" sz="2000" kern="100" dirty="0">
                          <a:effectLst/>
                        </a:rPr>
                        <a:t>분석 정보</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ctr" latinLnBrk="1">
                        <a:lnSpc>
                          <a:spcPct val="107000"/>
                        </a:lnSpc>
                        <a:spcAft>
                          <a:spcPts val="800"/>
                        </a:spcAft>
                        <a:buNone/>
                      </a:pPr>
                      <a:r>
                        <a:rPr lang="ko-KR" sz="2000" kern="100" dirty="0">
                          <a:effectLst/>
                        </a:rPr>
                        <a:t>가중치</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980298377"/>
                  </a:ext>
                </a:extLst>
              </a:tr>
              <a:tr h="346057">
                <a:tc>
                  <a:txBody>
                    <a:bodyPr/>
                    <a:lstStyle/>
                    <a:p>
                      <a:pPr marL="279400" algn="just" latinLnBrk="1">
                        <a:lnSpc>
                          <a:spcPct val="107000"/>
                        </a:lnSpc>
                        <a:spcAft>
                          <a:spcPts val="800"/>
                        </a:spcAft>
                        <a:buNone/>
                      </a:pPr>
                      <a:r>
                        <a:rPr lang="en-US" sz="2000" kern="100" dirty="0">
                          <a:effectLst/>
                        </a:rPr>
                        <a:t>YouTube </a:t>
                      </a:r>
                      <a:r>
                        <a:rPr lang="ko-KR" sz="2000" kern="100" dirty="0" err="1">
                          <a:effectLst/>
                        </a:rPr>
                        <a:t>히트맵</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a:effectLst/>
                        </a:rPr>
                        <a:t>0.25</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439013066"/>
                  </a:ext>
                </a:extLst>
              </a:tr>
              <a:tr h="346057">
                <a:tc>
                  <a:txBody>
                    <a:bodyPr/>
                    <a:lstStyle/>
                    <a:p>
                      <a:pPr marL="279400" algn="just" latinLnBrk="1">
                        <a:lnSpc>
                          <a:spcPct val="107000"/>
                        </a:lnSpc>
                        <a:spcAft>
                          <a:spcPts val="800"/>
                        </a:spcAft>
                        <a:buNone/>
                      </a:pPr>
                      <a:r>
                        <a:rPr lang="ko-KR" sz="2000" kern="100" dirty="0">
                          <a:effectLst/>
                        </a:rPr>
                        <a:t>댓글 타임스탬프</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a:effectLst/>
                        </a:rPr>
                        <a:t>0.20</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663518030"/>
                  </a:ext>
                </a:extLst>
              </a:tr>
              <a:tr h="346057">
                <a:tc>
                  <a:txBody>
                    <a:bodyPr/>
                    <a:lstStyle/>
                    <a:p>
                      <a:pPr marL="279400" algn="just" latinLnBrk="1">
                        <a:lnSpc>
                          <a:spcPct val="107000"/>
                        </a:lnSpc>
                        <a:spcAft>
                          <a:spcPts val="800"/>
                        </a:spcAft>
                        <a:buNone/>
                      </a:pPr>
                      <a:r>
                        <a:rPr lang="ko-KR" sz="2000" kern="100">
                          <a:effectLst/>
                        </a:rPr>
                        <a:t>섹션</a:t>
                      </a:r>
                      <a:r>
                        <a:rPr lang="en-US" sz="2000" kern="100">
                          <a:effectLst/>
                        </a:rPr>
                        <a:t> LLM </a:t>
                      </a:r>
                      <a:r>
                        <a:rPr lang="ko-KR" sz="2000" kern="100">
                          <a:effectLst/>
                        </a:rPr>
                        <a:t>중요도</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0.18</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1814313558"/>
                  </a:ext>
                </a:extLst>
              </a:tr>
              <a:tr h="346057">
                <a:tc>
                  <a:txBody>
                    <a:bodyPr/>
                    <a:lstStyle/>
                    <a:p>
                      <a:pPr marL="279400" algn="just" latinLnBrk="1">
                        <a:lnSpc>
                          <a:spcPct val="107000"/>
                        </a:lnSpc>
                        <a:spcAft>
                          <a:spcPts val="800"/>
                        </a:spcAft>
                        <a:buNone/>
                      </a:pPr>
                      <a:r>
                        <a:rPr lang="ko-KR" sz="2000" kern="100">
                          <a:effectLst/>
                        </a:rPr>
                        <a:t>챕터</a:t>
                      </a:r>
                      <a:r>
                        <a:rPr lang="en-US" sz="2000" kern="100">
                          <a:effectLst/>
                        </a:rPr>
                        <a:t> LLM </a:t>
                      </a:r>
                      <a:r>
                        <a:rPr lang="ko-KR" sz="2000" kern="100">
                          <a:effectLst/>
                        </a:rPr>
                        <a:t>중요도</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0.15</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3180070292"/>
                  </a:ext>
                </a:extLst>
              </a:tr>
              <a:tr h="346057">
                <a:tc>
                  <a:txBody>
                    <a:bodyPr/>
                    <a:lstStyle/>
                    <a:p>
                      <a:pPr marL="279400" algn="just" latinLnBrk="1">
                        <a:lnSpc>
                          <a:spcPct val="107000"/>
                        </a:lnSpc>
                        <a:spcAft>
                          <a:spcPts val="800"/>
                        </a:spcAft>
                        <a:buNone/>
                      </a:pPr>
                      <a:r>
                        <a:rPr lang="ko-KR" sz="2000" kern="100">
                          <a:effectLst/>
                        </a:rPr>
                        <a:t>채팅 활성도</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0.12</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511395787"/>
                  </a:ext>
                </a:extLst>
              </a:tr>
              <a:tr h="346057">
                <a:tc>
                  <a:txBody>
                    <a:bodyPr/>
                    <a:lstStyle/>
                    <a:p>
                      <a:pPr marL="279400" algn="just" latinLnBrk="1">
                        <a:lnSpc>
                          <a:spcPct val="107000"/>
                        </a:lnSpc>
                        <a:spcAft>
                          <a:spcPts val="800"/>
                        </a:spcAft>
                        <a:buNone/>
                      </a:pPr>
                      <a:r>
                        <a:rPr lang="ko-KR" sz="2000" kern="100">
                          <a:effectLst/>
                        </a:rPr>
                        <a:t>음량 변화</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0.10</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717969854"/>
                  </a:ext>
                </a:extLst>
              </a:tr>
            </a:tbl>
          </a:graphicData>
        </a:graphic>
      </p:graphicFrame>
      <p:graphicFrame>
        <p:nvGraphicFramePr>
          <p:cNvPr id="8" name="표 7">
            <a:extLst>
              <a:ext uri="{FF2B5EF4-FFF2-40B4-BE49-F238E27FC236}">
                <a16:creationId xmlns:a16="http://schemas.microsoft.com/office/drawing/2014/main" id="{FCDD2F00-80D3-310C-4B30-5091102D6034}"/>
              </a:ext>
            </a:extLst>
          </p:cNvPr>
          <p:cNvGraphicFramePr>
            <a:graphicFrameLocks noGrp="1"/>
          </p:cNvGraphicFramePr>
          <p:nvPr>
            <p:extLst>
              <p:ext uri="{D42A27DB-BD31-4B8C-83A1-F6EECF244321}">
                <p14:modId xmlns:p14="http://schemas.microsoft.com/office/powerpoint/2010/main" val="653447778"/>
              </p:ext>
            </p:extLst>
          </p:nvPr>
        </p:nvGraphicFramePr>
        <p:xfrm>
          <a:off x="6096000" y="2832352"/>
          <a:ext cx="5351526" cy="2422399"/>
        </p:xfrm>
        <a:graphic>
          <a:graphicData uri="http://schemas.openxmlformats.org/drawingml/2006/table">
            <a:tbl>
              <a:tblPr firstRow="1" firstCol="1" bandRow="1">
                <a:tableStyleId>{5C22544A-7EE6-4342-B048-85BDC9FD1C3A}</a:tableStyleId>
              </a:tblPr>
              <a:tblGrid>
                <a:gridCol w="2675466">
                  <a:extLst>
                    <a:ext uri="{9D8B030D-6E8A-4147-A177-3AD203B41FA5}">
                      <a16:colId xmlns:a16="http://schemas.microsoft.com/office/drawing/2014/main" val="1683048979"/>
                    </a:ext>
                  </a:extLst>
                </a:gridCol>
                <a:gridCol w="2676060">
                  <a:extLst>
                    <a:ext uri="{9D8B030D-6E8A-4147-A177-3AD203B41FA5}">
                      <a16:colId xmlns:a16="http://schemas.microsoft.com/office/drawing/2014/main" val="152186415"/>
                    </a:ext>
                  </a:extLst>
                </a:gridCol>
              </a:tblGrid>
              <a:tr h="346057">
                <a:tc>
                  <a:txBody>
                    <a:bodyPr/>
                    <a:lstStyle/>
                    <a:p>
                      <a:pPr marL="279400" algn="ctr" latinLnBrk="1">
                        <a:lnSpc>
                          <a:spcPct val="107000"/>
                        </a:lnSpc>
                        <a:spcAft>
                          <a:spcPts val="800"/>
                        </a:spcAft>
                        <a:buNone/>
                      </a:pPr>
                      <a:r>
                        <a:rPr lang="ko-KR" sz="2000" kern="100" dirty="0">
                          <a:effectLst/>
                        </a:rPr>
                        <a:t>분석 정보</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ctr" latinLnBrk="1">
                        <a:lnSpc>
                          <a:spcPct val="107000"/>
                        </a:lnSpc>
                        <a:spcAft>
                          <a:spcPts val="800"/>
                        </a:spcAft>
                        <a:buNone/>
                      </a:pPr>
                      <a:r>
                        <a:rPr lang="ko-KR" sz="2000" kern="100" dirty="0">
                          <a:effectLst/>
                        </a:rPr>
                        <a:t>가중치</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980298377"/>
                  </a:ext>
                </a:extLst>
              </a:tr>
              <a:tr h="346057">
                <a:tc>
                  <a:txBody>
                    <a:bodyPr/>
                    <a:lstStyle/>
                    <a:p>
                      <a:pPr marL="279400" algn="just" latinLnBrk="1">
                        <a:lnSpc>
                          <a:spcPct val="107000"/>
                        </a:lnSpc>
                        <a:spcAft>
                          <a:spcPts val="800"/>
                        </a:spcAft>
                        <a:buNone/>
                      </a:pPr>
                      <a:r>
                        <a:rPr lang="en-US" sz="2000" kern="100" dirty="0">
                          <a:effectLst/>
                        </a:rPr>
                        <a:t>YouTube </a:t>
                      </a:r>
                      <a:r>
                        <a:rPr lang="ko-KR" sz="2000" kern="100" dirty="0" err="1">
                          <a:effectLst/>
                        </a:rPr>
                        <a:t>히트맵</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0.55</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439013066"/>
                  </a:ext>
                </a:extLst>
              </a:tr>
              <a:tr h="346057">
                <a:tc>
                  <a:txBody>
                    <a:bodyPr/>
                    <a:lstStyle/>
                    <a:p>
                      <a:pPr marL="279400" algn="just" latinLnBrk="1">
                        <a:lnSpc>
                          <a:spcPct val="107000"/>
                        </a:lnSpc>
                        <a:spcAft>
                          <a:spcPts val="800"/>
                        </a:spcAft>
                        <a:buNone/>
                      </a:pPr>
                      <a:r>
                        <a:rPr lang="ko-KR" sz="2000" kern="100" dirty="0">
                          <a:effectLst/>
                        </a:rPr>
                        <a:t>댓글 타임스탬프</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0.05</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663518030"/>
                  </a:ext>
                </a:extLst>
              </a:tr>
              <a:tr h="346057">
                <a:tc>
                  <a:txBody>
                    <a:bodyPr/>
                    <a:lstStyle/>
                    <a:p>
                      <a:pPr marL="279400" algn="just" latinLnBrk="1">
                        <a:lnSpc>
                          <a:spcPct val="107000"/>
                        </a:lnSpc>
                        <a:spcAft>
                          <a:spcPts val="800"/>
                        </a:spcAft>
                        <a:buNone/>
                      </a:pPr>
                      <a:r>
                        <a:rPr lang="ko-KR" sz="2000" kern="100" dirty="0">
                          <a:effectLst/>
                        </a:rPr>
                        <a:t>섹션</a:t>
                      </a:r>
                      <a:r>
                        <a:rPr lang="en-US" sz="2000" kern="100" dirty="0">
                          <a:effectLst/>
                        </a:rPr>
                        <a:t> LLM </a:t>
                      </a:r>
                      <a:r>
                        <a:rPr lang="ko-KR" sz="2000" kern="100" dirty="0">
                          <a:effectLst/>
                        </a:rPr>
                        <a:t>중요도</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0.20</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1814313558"/>
                  </a:ext>
                </a:extLst>
              </a:tr>
              <a:tr h="346057">
                <a:tc>
                  <a:txBody>
                    <a:bodyPr/>
                    <a:lstStyle/>
                    <a:p>
                      <a:pPr marL="279400" algn="just" latinLnBrk="1">
                        <a:lnSpc>
                          <a:spcPct val="107000"/>
                        </a:lnSpc>
                        <a:spcAft>
                          <a:spcPts val="800"/>
                        </a:spcAft>
                        <a:buNone/>
                      </a:pPr>
                      <a:r>
                        <a:rPr lang="ko-KR" sz="2000" kern="100">
                          <a:effectLst/>
                        </a:rPr>
                        <a:t>챕터</a:t>
                      </a:r>
                      <a:r>
                        <a:rPr lang="en-US" sz="2000" kern="100">
                          <a:effectLst/>
                        </a:rPr>
                        <a:t> LLM </a:t>
                      </a:r>
                      <a:r>
                        <a:rPr lang="ko-KR" sz="2000" kern="100">
                          <a:effectLst/>
                        </a:rPr>
                        <a:t>중요도</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0.10</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3180070292"/>
                  </a:ext>
                </a:extLst>
              </a:tr>
              <a:tr h="346057">
                <a:tc>
                  <a:txBody>
                    <a:bodyPr/>
                    <a:lstStyle/>
                    <a:p>
                      <a:pPr marL="279400" algn="just" latinLnBrk="1">
                        <a:lnSpc>
                          <a:spcPct val="107000"/>
                        </a:lnSpc>
                        <a:spcAft>
                          <a:spcPts val="800"/>
                        </a:spcAft>
                        <a:buNone/>
                      </a:pPr>
                      <a:r>
                        <a:rPr lang="ko-KR" sz="2000" kern="100">
                          <a:effectLst/>
                        </a:rPr>
                        <a:t>채팅 활성도</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0.05</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511395787"/>
                  </a:ext>
                </a:extLst>
              </a:tr>
              <a:tr h="346057">
                <a:tc>
                  <a:txBody>
                    <a:bodyPr/>
                    <a:lstStyle/>
                    <a:p>
                      <a:pPr marL="279400" algn="just" latinLnBrk="1">
                        <a:lnSpc>
                          <a:spcPct val="107000"/>
                        </a:lnSpc>
                        <a:spcAft>
                          <a:spcPts val="800"/>
                        </a:spcAft>
                        <a:buNone/>
                      </a:pPr>
                      <a:r>
                        <a:rPr lang="ko-KR" sz="2000" kern="100">
                          <a:effectLst/>
                        </a:rPr>
                        <a:t>음량 변화</a:t>
                      </a:r>
                      <a:endParaRPr lang="ko-KR" sz="2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tc>
                  <a:txBody>
                    <a:bodyPr/>
                    <a:lstStyle/>
                    <a:p>
                      <a:pPr marL="279400" algn="just" latinLnBrk="1">
                        <a:lnSpc>
                          <a:spcPct val="107000"/>
                        </a:lnSpc>
                        <a:spcAft>
                          <a:spcPts val="800"/>
                        </a:spcAft>
                        <a:buNone/>
                      </a:pPr>
                      <a:r>
                        <a:rPr lang="en-US" sz="2000" kern="100" dirty="0">
                          <a:effectLst/>
                        </a:rPr>
                        <a:t>0.05</a:t>
                      </a:r>
                      <a:endParaRPr lang="ko-KR" sz="2000" kern="100" dirty="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tc>
                <a:extLst>
                  <a:ext uri="{0D108BD9-81ED-4DB2-BD59-A6C34878D82A}">
                    <a16:rowId xmlns:a16="http://schemas.microsoft.com/office/drawing/2014/main" val="2717969854"/>
                  </a:ext>
                </a:extLst>
              </a:tr>
            </a:tbl>
          </a:graphicData>
        </a:graphic>
      </p:graphicFrame>
      <p:sp>
        <p:nvSpPr>
          <p:cNvPr id="11" name="직사각형 10">
            <a:extLst>
              <a:ext uri="{FF2B5EF4-FFF2-40B4-BE49-F238E27FC236}">
                <a16:creationId xmlns:a16="http://schemas.microsoft.com/office/drawing/2014/main" id="{B6695952-F66E-4F9C-0198-670205C56EB4}"/>
              </a:ext>
            </a:extLst>
          </p:cNvPr>
          <p:cNvSpPr>
            <a:spLocks noGrp="1"/>
          </p:cNvSpPr>
          <p:nvPr/>
        </p:nvSpPr>
        <p:spPr>
          <a:xfrm>
            <a:off x="1908049" y="2192844"/>
            <a:ext cx="2604707" cy="532068"/>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lang="ko-KR" altLang="en-US" sz="2500" b="1" dirty="0">
                <a:solidFill>
                  <a:srgbClr val="1D2426"/>
                </a:solidFill>
                <a:latin typeface="Noto Sans KR"/>
                <a:ea typeface="Noto Sans KR"/>
                <a:cs typeface="Noto Sans KR"/>
              </a:rPr>
              <a:t>정보 전달 영상</a:t>
            </a:r>
            <a:endParaRPr sz="2500" b="1" dirty="0">
              <a:solidFill>
                <a:srgbClr val="1D2426"/>
              </a:solidFill>
              <a:latin typeface="Noto Sans KR"/>
              <a:ea typeface="Noto Sans KR"/>
              <a:cs typeface="Noto Sans KR"/>
            </a:endParaRPr>
          </a:p>
        </p:txBody>
      </p:sp>
      <p:sp>
        <p:nvSpPr>
          <p:cNvPr id="15" name="직사각형 14">
            <a:extLst>
              <a:ext uri="{FF2B5EF4-FFF2-40B4-BE49-F238E27FC236}">
                <a16:creationId xmlns:a16="http://schemas.microsoft.com/office/drawing/2014/main" id="{4C8B94BB-C635-FBEC-FE57-390482BFC380}"/>
              </a:ext>
            </a:extLst>
          </p:cNvPr>
          <p:cNvSpPr>
            <a:spLocks noGrp="1"/>
          </p:cNvSpPr>
          <p:nvPr/>
        </p:nvSpPr>
        <p:spPr>
          <a:xfrm>
            <a:off x="7916989" y="2215512"/>
            <a:ext cx="2604707" cy="532068"/>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lang="ko-KR" altLang="en-US" sz="2500" b="1" dirty="0">
                <a:solidFill>
                  <a:srgbClr val="1D2426"/>
                </a:solidFill>
                <a:latin typeface="Noto Sans KR"/>
                <a:ea typeface="Noto Sans KR"/>
                <a:cs typeface="Noto Sans KR"/>
              </a:rPr>
              <a:t>게임</a:t>
            </a:r>
            <a:r>
              <a:rPr lang="en-US" altLang="ko-KR" sz="2500" b="1" dirty="0">
                <a:solidFill>
                  <a:srgbClr val="1D2426"/>
                </a:solidFill>
                <a:latin typeface="Noto Sans KR"/>
                <a:ea typeface="Noto Sans KR"/>
                <a:cs typeface="Noto Sans KR"/>
              </a:rPr>
              <a:t> </a:t>
            </a:r>
            <a:r>
              <a:rPr lang="en-US" altLang="ko-KR" sz="2800" b="1" dirty="0">
                <a:solidFill>
                  <a:srgbClr val="1D2426"/>
                </a:solidFill>
                <a:latin typeface="Noto Sans KR"/>
                <a:ea typeface="Noto Sans KR"/>
                <a:cs typeface="Noto Sans KR"/>
              </a:rPr>
              <a:t>· </a:t>
            </a:r>
            <a:r>
              <a:rPr lang="ko-KR" altLang="en-US" sz="2500" b="1" dirty="0">
                <a:solidFill>
                  <a:srgbClr val="1D2426"/>
                </a:solidFill>
                <a:latin typeface="Noto Sans KR"/>
                <a:ea typeface="Noto Sans KR"/>
                <a:cs typeface="Noto Sans KR"/>
              </a:rPr>
              <a:t>예능</a:t>
            </a:r>
            <a:endParaRPr sz="2500" b="1" dirty="0">
              <a:solidFill>
                <a:srgbClr val="1D2426"/>
              </a:solidFill>
              <a:latin typeface="Noto Sans KR"/>
              <a:ea typeface="Noto Sans KR"/>
              <a:cs typeface="Noto Sans KR"/>
            </a:endParaRPr>
          </a:p>
        </p:txBody>
      </p:sp>
    </p:spTree>
    <p:extLst>
      <p:ext uri="{BB962C8B-B14F-4D97-AF65-F5344CB8AC3E}">
        <p14:creationId xmlns:p14="http://schemas.microsoft.com/office/powerpoint/2010/main" val="343085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ABB51D60-9293-47F4-9B5D-922238C55682}"/>
              </a:ext>
            </a:extLst>
          </p:cNvPr>
          <p:cNvSpPr>
            <a:spLocks noGrp="1"/>
          </p:cNvSpPr>
          <p:nvPr/>
        </p:nvSpPr>
        <p:spPr>
          <a:xfrm>
            <a:off x="609600" y="514350"/>
            <a:ext cx="10934700" cy="819150"/>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sz="3525" b="1">
                <a:solidFill>
                  <a:srgbClr val="1D2426"/>
                </a:solidFill>
                <a:latin typeface="Noto Sans KR"/>
                <a:ea typeface="Noto Sans KR"/>
                <a:cs typeface="Noto Sans KR"/>
              </a:rPr>
              <a:t>목표 분량과 문맥을 고려한 추천</a:t>
            </a:r>
          </a:p>
        </p:txBody>
      </p:sp>
      <p:sp>
        <p:nvSpPr>
          <p:cNvPr id="2" name="직사각형 1">
            <a:extLst>
              <a:ext uri="{FF2B5EF4-FFF2-40B4-BE49-F238E27FC236}">
                <a16:creationId xmlns:a16="http://schemas.microsoft.com/office/drawing/2014/main" id="{EC7CB9F1-942B-4930-A4D1-565B88D43C83}"/>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dirty="0">
                <a:solidFill>
                  <a:srgbClr val="68716F"/>
                </a:solidFill>
                <a:latin typeface="Noto Sans KR"/>
                <a:ea typeface="Noto Sans KR"/>
                <a:cs typeface="Noto Sans KR"/>
              </a:rPr>
              <a:t>5</a:t>
            </a:r>
            <a:endParaRPr sz="1350" b="0" dirty="0">
              <a:solidFill>
                <a:srgbClr val="68716F"/>
              </a:solidFill>
              <a:latin typeface="Noto Sans KR"/>
              <a:ea typeface="Noto Sans KR"/>
              <a:cs typeface="Noto Sans KR"/>
            </a:endParaRPr>
          </a:p>
        </p:txBody>
      </p:sp>
      <p:pic>
        <p:nvPicPr>
          <p:cNvPr id="11" name="그림 10"/>
          <p:cNvPicPr>
            <a:picLocks noChangeAspect="1"/>
          </p:cNvPicPr>
          <p:nvPr/>
        </p:nvPicPr>
        <p:blipFill>
          <a:blip r:embed="rId3"/>
          <a:stretch/>
        </p:blipFill>
        <p:spPr>
          <a:xfrm>
            <a:off x="1015841" y="1704975"/>
            <a:ext cx="6702743" cy="4324350"/>
          </a:xfrm>
          <a:prstGeom prst="rect">
            <a:avLst/>
          </a:prstGeom>
        </p:spPr>
      </p:pic>
      <p:sp>
        <p:nvSpPr>
          <p:cNvPr id="4" name="직사각형 3">
            <a:extLst>
              <a:ext uri="{FF2B5EF4-FFF2-40B4-BE49-F238E27FC236}">
                <a16:creationId xmlns:a16="http://schemas.microsoft.com/office/drawing/2014/main" id="{EF8668AB-9E17-4BC7-B568-9B29CE1FDF02}"/>
              </a:ext>
            </a:extLst>
          </p:cNvPr>
          <p:cNvSpPr>
            <a:spLocks noGrp="1"/>
          </p:cNvSpPr>
          <p:nvPr/>
        </p:nvSpPr>
        <p:spPr>
          <a:xfrm>
            <a:off x="8648700" y="1905000"/>
            <a:ext cx="3019425" cy="476250"/>
          </a:xfrm>
          <a:prstGeom prst="rect">
            <a:avLst/>
          </a:prstGeom>
          <a:noFill/>
          <a:ln w="0">
            <a:noFill/>
          </a:ln>
        </p:spPr>
        <p:txBody>
          <a:bodyPr>
            <a:noAutofit/>
          </a:bodyPr>
          <a:lstStyle/>
          <a:p>
            <a:pPr>
              <a:defRPr sz="2250" b="1">
                <a:solidFill>
                  <a:srgbClr val="1D2426"/>
                </a:solidFill>
                <a:latin typeface="Noto Sans KR"/>
                <a:ea typeface="Noto Sans KR"/>
                <a:cs typeface="Noto Sans KR"/>
              </a:defRPr>
            </a:pPr>
            <a:r>
              <a:rPr sz="2250" b="1" dirty="0" err="1">
                <a:solidFill>
                  <a:srgbClr val="1D2426"/>
                </a:solidFill>
                <a:latin typeface="Noto Sans KR"/>
                <a:ea typeface="Noto Sans KR"/>
                <a:cs typeface="Noto Sans KR"/>
              </a:rPr>
              <a:t>목표</a:t>
            </a:r>
            <a:r>
              <a:rPr sz="2250" b="1" dirty="0">
                <a:solidFill>
                  <a:srgbClr val="1D2426"/>
                </a:solidFill>
                <a:latin typeface="Noto Sans KR"/>
                <a:ea typeface="Noto Sans KR"/>
                <a:cs typeface="Noto Sans KR"/>
              </a:rPr>
              <a:t> </a:t>
            </a:r>
            <a:r>
              <a:rPr sz="2250" b="1" dirty="0" err="1">
                <a:solidFill>
                  <a:srgbClr val="1D2426"/>
                </a:solidFill>
                <a:latin typeface="Noto Sans KR"/>
                <a:ea typeface="Noto Sans KR"/>
                <a:cs typeface="Noto Sans KR"/>
              </a:rPr>
              <a:t>길이</a:t>
            </a:r>
            <a:r>
              <a:rPr sz="2250" b="1" dirty="0">
                <a:solidFill>
                  <a:srgbClr val="1D2426"/>
                </a:solidFill>
                <a:latin typeface="Noto Sans KR"/>
                <a:ea typeface="Noto Sans KR"/>
                <a:cs typeface="Noto Sans KR"/>
              </a:rPr>
              <a:t> </a:t>
            </a:r>
            <a:r>
              <a:rPr sz="2250" b="1" dirty="0" err="1">
                <a:solidFill>
                  <a:srgbClr val="1D2426"/>
                </a:solidFill>
                <a:latin typeface="Noto Sans KR"/>
                <a:ea typeface="Noto Sans KR"/>
                <a:cs typeface="Noto Sans KR"/>
              </a:rPr>
              <a:t>설정</a:t>
            </a:r>
            <a:endParaRPr sz="2250" b="1" dirty="0">
              <a:solidFill>
                <a:srgbClr val="1D2426"/>
              </a:solidFill>
              <a:latin typeface="Noto Sans KR"/>
              <a:ea typeface="Noto Sans KR"/>
              <a:cs typeface="Noto Sans KR"/>
            </a:endParaRPr>
          </a:p>
        </p:txBody>
      </p:sp>
      <p:sp>
        <p:nvSpPr>
          <p:cNvPr id="5" name="직사각형 4">
            <a:extLst>
              <a:ext uri="{FF2B5EF4-FFF2-40B4-BE49-F238E27FC236}">
                <a16:creationId xmlns:a16="http://schemas.microsoft.com/office/drawing/2014/main" id="{59FD0D60-6B06-4AAD-AF66-CFA34C0FBE6D}"/>
              </a:ext>
            </a:extLst>
          </p:cNvPr>
          <p:cNvSpPr>
            <a:spLocks noGrp="1"/>
          </p:cNvSpPr>
          <p:nvPr/>
        </p:nvSpPr>
        <p:spPr>
          <a:xfrm>
            <a:off x="8677275" y="2514600"/>
            <a:ext cx="3000375" cy="866775"/>
          </a:xfrm>
          <a:prstGeom prst="rect">
            <a:avLst/>
          </a:prstGeom>
          <a:noFill/>
          <a:ln w="0">
            <a:noFill/>
          </a:ln>
        </p:spPr>
        <p:txBody>
          <a:bodyPr>
            <a:noAutofit/>
          </a:bodyPr>
          <a:lstStyle/>
          <a:p>
            <a:pPr>
              <a:defRPr sz="1875" b="0">
                <a:solidFill>
                  <a:srgbClr val="68716F"/>
                </a:solidFill>
                <a:latin typeface="Noto Sans KR"/>
                <a:ea typeface="Noto Sans KR"/>
                <a:cs typeface="Noto Sans KR"/>
              </a:defRPr>
            </a:pPr>
            <a:r>
              <a:rPr sz="1875" b="0">
                <a:solidFill>
                  <a:srgbClr val="68716F"/>
                </a:solidFill>
                <a:latin typeface="Noto Sans KR"/>
                <a:ea typeface="Noto Sans KR"/>
                <a:cs typeface="Noto Sans KR"/>
              </a:rPr>
              <a:t>원하는 분량을 기준으로</a:t>
            </a:r>
          </a:p>
          <a:p>
            <a:pPr>
              <a:defRPr sz="1875" b="0">
                <a:solidFill>
                  <a:srgbClr val="68716F"/>
                </a:solidFill>
                <a:latin typeface="Noto Sans KR"/>
                <a:ea typeface="Noto Sans KR"/>
                <a:cs typeface="Noto Sans KR"/>
              </a:defRPr>
            </a:pPr>
            <a:r>
              <a:rPr sz="1875" b="0">
                <a:solidFill>
                  <a:srgbClr val="68716F"/>
                </a:solidFill>
                <a:latin typeface="Noto Sans KR"/>
                <a:ea typeface="Noto Sans KR"/>
                <a:cs typeface="Noto Sans KR"/>
              </a:rPr>
              <a:t>주요 구간을 추천</a:t>
            </a:r>
          </a:p>
        </p:txBody>
      </p:sp>
      <p:sp>
        <p:nvSpPr>
          <p:cNvPr id="6" name="직사각형 5">
            <a:extLst>
              <a:ext uri="{FF2B5EF4-FFF2-40B4-BE49-F238E27FC236}">
                <a16:creationId xmlns:a16="http://schemas.microsoft.com/office/drawing/2014/main" id="{2BE859BB-5057-4B59-A6E1-877BFE6482F1}"/>
              </a:ext>
            </a:extLst>
          </p:cNvPr>
          <p:cNvSpPr>
            <a:spLocks noGrp="1"/>
          </p:cNvSpPr>
          <p:nvPr/>
        </p:nvSpPr>
        <p:spPr>
          <a:xfrm>
            <a:off x="8648700" y="4000500"/>
            <a:ext cx="3019425" cy="476250"/>
          </a:xfrm>
          <a:prstGeom prst="rect">
            <a:avLst/>
          </a:prstGeom>
          <a:noFill/>
          <a:ln w="0">
            <a:noFill/>
          </a:ln>
        </p:spPr>
        <p:txBody>
          <a:bodyPr>
            <a:noAutofit/>
          </a:bodyPr>
          <a:lstStyle/>
          <a:p>
            <a:pPr>
              <a:defRPr sz="2250" b="1">
                <a:solidFill>
                  <a:srgbClr val="A76542"/>
                </a:solidFill>
                <a:latin typeface="Noto Sans KR"/>
                <a:ea typeface="Noto Sans KR"/>
                <a:cs typeface="Noto Sans KR"/>
              </a:defRPr>
            </a:pPr>
            <a:r>
              <a:rPr sz="2250" b="1" dirty="0" err="1">
                <a:solidFill>
                  <a:srgbClr val="A76542"/>
                </a:solidFill>
                <a:latin typeface="Noto Sans KR"/>
                <a:ea typeface="Noto Sans KR"/>
                <a:cs typeface="Noto Sans KR"/>
              </a:rPr>
              <a:t>관련</a:t>
            </a:r>
            <a:r>
              <a:rPr sz="2250" b="1" dirty="0">
                <a:solidFill>
                  <a:srgbClr val="A76542"/>
                </a:solidFill>
                <a:latin typeface="Noto Sans KR"/>
                <a:ea typeface="Noto Sans KR"/>
                <a:cs typeface="Noto Sans KR"/>
              </a:rPr>
              <a:t> </a:t>
            </a:r>
            <a:r>
              <a:rPr sz="2250" b="1" dirty="0" err="1">
                <a:solidFill>
                  <a:srgbClr val="A76542"/>
                </a:solidFill>
                <a:latin typeface="Noto Sans KR"/>
                <a:ea typeface="Noto Sans KR"/>
                <a:cs typeface="Noto Sans KR"/>
              </a:rPr>
              <a:t>문맥</a:t>
            </a:r>
            <a:r>
              <a:rPr sz="2250" b="1" dirty="0">
                <a:solidFill>
                  <a:srgbClr val="A76542"/>
                </a:solidFill>
                <a:latin typeface="Noto Sans KR"/>
                <a:ea typeface="Noto Sans KR"/>
                <a:cs typeface="Noto Sans KR"/>
              </a:rPr>
              <a:t> </a:t>
            </a:r>
            <a:r>
              <a:rPr sz="2250" b="1" dirty="0" err="1">
                <a:solidFill>
                  <a:srgbClr val="A76542"/>
                </a:solidFill>
                <a:latin typeface="Noto Sans KR"/>
                <a:ea typeface="Noto Sans KR"/>
                <a:cs typeface="Noto Sans KR"/>
              </a:rPr>
              <a:t>포함</a:t>
            </a:r>
            <a:endParaRPr sz="2250" b="1" dirty="0">
              <a:solidFill>
                <a:srgbClr val="A76542"/>
              </a:solidFill>
              <a:latin typeface="Noto Sans KR"/>
              <a:ea typeface="Noto Sans KR"/>
              <a:cs typeface="Noto Sans KR"/>
            </a:endParaRPr>
          </a:p>
        </p:txBody>
      </p:sp>
      <p:sp>
        <p:nvSpPr>
          <p:cNvPr id="7" name="직사각형 6">
            <a:extLst>
              <a:ext uri="{FF2B5EF4-FFF2-40B4-BE49-F238E27FC236}">
                <a16:creationId xmlns:a16="http://schemas.microsoft.com/office/drawing/2014/main" id="{6B055C08-F50B-4810-A524-3B0A04277F4E}"/>
              </a:ext>
            </a:extLst>
          </p:cNvPr>
          <p:cNvSpPr>
            <a:spLocks noGrp="1"/>
          </p:cNvSpPr>
          <p:nvPr/>
        </p:nvSpPr>
        <p:spPr>
          <a:xfrm>
            <a:off x="8677275" y="4610100"/>
            <a:ext cx="3000375" cy="866775"/>
          </a:xfrm>
          <a:prstGeom prst="rect">
            <a:avLst/>
          </a:prstGeom>
          <a:noFill/>
          <a:ln w="0">
            <a:noFill/>
          </a:ln>
        </p:spPr>
        <p:txBody>
          <a:bodyPr>
            <a:noAutofit/>
          </a:bodyPr>
          <a:lstStyle/>
          <a:p>
            <a:pPr>
              <a:defRPr sz="1875" b="0">
                <a:solidFill>
                  <a:srgbClr val="68716F"/>
                </a:solidFill>
                <a:latin typeface="Noto Sans KR"/>
                <a:ea typeface="Noto Sans KR"/>
                <a:cs typeface="Noto Sans KR"/>
              </a:defRPr>
            </a:pPr>
            <a:r>
              <a:rPr sz="1875" b="0">
                <a:solidFill>
                  <a:srgbClr val="68716F"/>
                </a:solidFill>
                <a:latin typeface="Noto Sans KR"/>
                <a:ea typeface="Noto Sans KR"/>
                <a:cs typeface="Noto Sans KR"/>
              </a:rPr>
              <a:t>이해에 필요한</a:t>
            </a:r>
          </a:p>
          <a:p>
            <a:pPr>
              <a:defRPr sz="1875" b="0">
                <a:solidFill>
                  <a:srgbClr val="68716F"/>
                </a:solidFill>
                <a:latin typeface="Noto Sans KR"/>
                <a:ea typeface="Noto Sans KR"/>
                <a:cs typeface="Noto Sans KR"/>
              </a:defRPr>
            </a:pPr>
            <a:r>
              <a:rPr sz="1875" b="0">
                <a:solidFill>
                  <a:srgbClr val="68716F"/>
                </a:solidFill>
                <a:latin typeface="Noto Sans KR"/>
                <a:ea typeface="Noto Sans KR"/>
                <a:cs typeface="Noto Sans KR"/>
              </a:rPr>
              <a:t>같은 챕터의 설명을 고려</a:t>
            </a:r>
          </a:p>
        </p:txBody>
      </p:sp>
      <p:sp>
        <p:nvSpPr>
          <p:cNvPr id="8" name="직사각형 7">
            <a:extLst>
              <a:ext uri="{FF2B5EF4-FFF2-40B4-BE49-F238E27FC236}">
                <a16:creationId xmlns:a16="http://schemas.microsoft.com/office/drawing/2014/main" id="{97B2A4F7-E215-4FE2-8380-B5E3731E6F7F}"/>
              </a:ext>
            </a:extLst>
          </p:cNvPr>
          <p:cNvSpPr>
            <a:spLocks noGrp="1"/>
          </p:cNvSpPr>
          <p:nvPr/>
        </p:nvSpPr>
        <p:spPr>
          <a:xfrm>
            <a:off x="704850" y="6286500"/>
            <a:ext cx="10001250"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a:solidFill>
                  <a:srgbClr val="68716F"/>
                </a:solidFill>
                <a:latin typeface="Noto Sans KR"/>
                <a:ea typeface="Noto Sans KR"/>
                <a:cs typeface="Noto Sans KR"/>
              </a:rPr>
              <a:t>목표 길이는 추천 기준이며 최종 길이는 달라질 수 있습니다.</a:t>
            </a:r>
          </a:p>
        </p:txBody>
      </p:sp>
      <p:sp>
        <p:nvSpPr>
          <p:cNvPr id="3" name="사각형: 둥근 모서리 2">
            <a:extLst>
              <a:ext uri="{FF2B5EF4-FFF2-40B4-BE49-F238E27FC236}">
                <a16:creationId xmlns:a16="http://schemas.microsoft.com/office/drawing/2014/main" id="{BEA40355-BCBD-D319-2E13-47A86A5BC899}"/>
              </a:ext>
            </a:extLst>
          </p:cNvPr>
          <p:cNvSpPr/>
          <p:nvPr/>
        </p:nvSpPr>
        <p:spPr>
          <a:xfrm>
            <a:off x="2645664" y="2327529"/>
            <a:ext cx="3840480" cy="61683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293E3BE-2CDF-089F-8DCC-A4D01AE39EE9}"/>
              </a:ext>
            </a:extLst>
          </p:cNvPr>
          <p:cNvSpPr/>
          <p:nvPr/>
        </p:nvSpPr>
        <p:spPr>
          <a:xfrm>
            <a:off x="3858768" y="3803904"/>
            <a:ext cx="3486912" cy="616839"/>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CCFF8CE-F277-7AC4-DF5A-AEFFCAD88BB8}"/>
              </a:ext>
            </a:extLst>
          </p:cNvPr>
          <p:cNvSpPr/>
          <p:nvPr/>
        </p:nvSpPr>
        <p:spPr>
          <a:xfrm>
            <a:off x="4011168" y="4476749"/>
            <a:ext cx="3334512" cy="155257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0442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3"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F997212F-798E-4771-B4F3-9B33CF7F6B56}"/>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dirty="0">
                <a:solidFill>
                  <a:srgbClr val="68716F"/>
                </a:solidFill>
                <a:latin typeface="Noto Sans KR"/>
                <a:ea typeface="Noto Sans KR"/>
                <a:cs typeface="Noto Sans KR"/>
              </a:rPr>
              <a:t>6</a:t>
            </a:r>
            <a:endParaRPr sz="1350" b="0" dirty="0">
              <a:solidFill>
                <a:srgbClr val="68716F"/>
              </a:solidFill>
              <a:latin typeface="Noto Sans KR"/>
              <a:ea typeface="Noto Sans KR"/>
              <a:cs typeface="Noto Sans KR"/>
            </a:endParaRPr>
          </a:p>
        </p:txBody>
      </p:sp>
      <p:sp>
        <p:nvSpPr>
          <p:cNvPr id="2" name="직사각형 1">
            <a:extLst>
              <a:ext uri="{FF2B5EF4-FFF2-40B4-BE49-F238E27FC236}">
                <a16:creationId xmlns:a16="http://schemas.microsoft.com/office/drawing/2014/main" id="{82AD4328-C8FB-4869-B983-746AEB673D22}"/>
              </a:ext>
            </a:extLst>
          </p:cNvPr>
          <p:cNvSpPr>
            <a:spLocks noGrp="1"/>
          </p:cNvSpPr>
          <p:nvPr/>
        </p:nvSpPr>
        <p:spPr>
          <a:xfrm>
            <a:off x="609600" y="885825"/>
            <a:ext cx="5048250" cy="1581150"/>
          </a:xfrm>
          <a:prstGeom prst="rect">
            <a:avLst/>
          </a:prstGeom>
          <a:noFill/>
          <a:ln w="0">
            <a:noFill/>
          </a:ln>
        </p:spPr>
        <p:txBody>
          <a:bodyPr>
            <a:noAutofit/>
          </a:bodyPr>
          <a:lstStyle/>
          <a:p>
            <a:pPr>
              <a:defRPr sz="3675" b="1">
                <a:solidFill>
                  <a:srgbClr val="1D2426"/>
                </a:solidFill>
                <a:latin typeface="Noto Sans KR"/>
                <a:ea typeface="Noto Sans KR"/>
                <a:cs typeface="Noto Sans KR"/>
              </a:defRPr>
            </a:pPr>
            <a:r>
              <a:rPr sz="3675" b="1">
                <a:solidFill>
                  <a:srgbClr val="1D2426"/>
                </a:solidFill>
                <a:latin typeface="Noto Sans KR"/>
                <a:ea typeface="Noto Sans KR"/>
                <a:cs typeface="Noto Sans KR"/>
              </a:rPr>
              <a:t>추천은 AI가,</a:t>
            </a:r>
          </a:p>
          <a:p>
            <a:pPr>
              <a:defRPr sz="3675" b="1">
                <a:solidFill>
                  <a:srgbClr val="1D2426"/>
                </a:solidFill>
                <a:latin typeface="Noto Sans KR"/>
                <a:ea typeface="Noto Sans KR"/>
                <a:cs typeface="Noto Sans KR"/>
              </a:defRPr>
            </a:pPr>
            <a:r>
              <a:rPr sz="3675" b="1">
                <a:solidFill>
                  <a:srgbClr val="1D2426"/>
                </a:solidFill>
                <a:latin typeface="Noto Sans KR"/>
                <a:ea typeface="Noto Sans KR"/>
                <a:cs typeface="Noto Sans KR"/>
              </a:rPr>
              <a:t>결정은 사용자가</a:t>
            </a:r>
          </a:p>
        </p:txBody>
      </p:sp>
      <p:sp>
        <p:nvSpPr>
          <p:cNvPr id="3" name="직사각형 2">
            <a:extLst>
              <a:ext uri="{FF2B5EF4-FFF2-40B4-BE49-F238E27FC236}">
                <a16:creationId xmlns:a16="http://schemas.microsoft.com/office/drawing/2014/main" id="{CEE38F76-9251-4C26-9DCE-16875665DE6C}"/>
              </a:ext>
            </a:extLst>
          </p:cNvPr>
          <p:cNvSpPr>
            <a:spLocks noGrp="1"/>
          </p:cNvSpPr>
          <p:nvPr/>
        </p:nvSpPr>
        <p:spPr>
          <a:xfrm>
            <a:off x="676275" y="2847975"/>
            <a:ext cx="4476750" cy="990600"/>
          </a:xfrm>
          <a:prstGeom prst="rect">
            <a:avLst/>
          </a:prstGeom>
          <a:noFill/>
          <a:ln w="0">
            <a:noFill/>
          </a:ln>
        </p:spPr>
        <p:txBody>
          <a:bodyPr>
            <a:noAutofit/>
          </a:bodyPr>
          <a:lstStyle/>
          <a:p>
            <a:pPr>
              <a:defRPr sz="2025" b="0">
                <a:solidFill>
                  <a:srgbClr val="68716F"/>
                </a:solidFill>
                <a:latin typeface="Noto Sans KR"/>
                <a:ea typeface="Noto Sans KR"/>
                <a:cs typeface="Noto Sans KR"/>
              </a:defRPr>
            </a:pPr>
            <a:r>
              <a:rPr sz="2025" b="0">
                <a:solidFill>
                  <a:srgbClr val="68716F"/>
                </a:solidFill>
                <a:latin typeface="Noto Sans KR"/>
                <a:ea typeface="Noto Sans KR"/>
                <a:cs typeface="Noto Sans KR"/>
              </a:rPr>
              <a:t>필요한 장면을 더하고</a:t>
            </a:r>
          </a:p>
          <a:p>
            <a:pPr>
              <a:defRPr sz="2025" b="0">
                <a:solidFill>
                  <a:srgbClr val="68716F"/>
                </a:solidFill>
                <a:latin typeface="Noto Sans KR"/>
                <a:ea typeface="Noto Sans KR"/>
                <a:cs typeface="Noto Sans KR"/>
              </a:defRPr>
            </a:pPr>
            <a:r>
              <a:rPr sz="2025" b="0">
                <a:solidFill>
                  <a:srgbClr val="68716F"/>
                </a:solidFill>
                <a:latin typeface="Noto Sans KR"/>
                <a:ea typeface="Noto Sans KR"/>
                <a:cs typeface="Noto Sans KR"/>
              </a:rPr>
              <a:t>불필요한 구간은 제외합니다.</a:t>
            </a:r>
          </a:p>
        </p:txBody>
      </p:sp>
      <p:sp>
        <p:nvSpPr>
          <p:cNvPr id="4" name="직사각형 3">
            <a:extLst>
              <a:ext uri="{FF2B5EF4-FFF2-40B4-BE49-F238E27FC236}">
                <a16:creationId xmlns:a16="http://schemas.microsoft.com/office/drawing/2014/main" id="{32412C25-ECE7-44C8-B526-40B64DA7010F}"/>
              </a:ext>
            </a:extLst>
          </p:cNvPr>
          <p:cNvSpPr>
            <a:spLocks noGrp="1"/>
          </p:cNvSpPr>
          <p:nvPr/>
        </p:nvSpPr>
        <p:spPr>
          <a:xfrm>
            <a:off x="695325" y="4476750"/>
            <a:ext cx="4048125" cy="409575"/>
          </a:xfrm>
          <a:prstGeom prst="rect">
            <a:avLst/>
          </a:prstGeom>
          <a:noFill/>
          <a:ln w="0">
            <a:noFill/>
          </a:ln>
        </p:spPr>
        <p:txBody>
          <a:bodyPr>
            <a:noAutofit/>
          </a:bodyPr>
          <a:lstStyle/>
          <a:p>
            <a:pPr>
              <a:defRPr sz="1800" b="0">
                <a:solidFill>
                  <a:srgbClr val="68716F"/>
                </a:solidFill>
                <a:latin typeface="Noto Sans KR"/>
                <a:ea typeface="Noto Sans KR"/>
                <a:cs typeface="Noto Sans KR"/>
              </a:defRPr>
            </a:pPr>
            <a:r>
              <a:rPr sz="1800" b="0">
                <a:solidFill>
                  <a:srgbClr val="68716F"/>
                </a:solidFill>
                <a:latin typeface="Noto Sans KR"/>
                <a:ea typeface="Noto Sans KR"/>
                <a:cs typeface="Noto Sans KR"/>
              </a:rPr>
              <a:t>분석 기준 설정</a:t>
            </a:r>
          </a:p>
        </p:txBody>
      </p:sp>
      <p:sp>
        <p:nvSpPr>
          <p:cNvPr id="5" name="직사각형 4">
            <a:extLst>
              <a:ext uri="{FF2B5EF4-FFF2-40B4-BE49-F238E27FC236}">
                <a16:creationId xmlns:a16="http://schemas.microsoft.com/office/drawing/2014/main" id="{3F3BBCB0-F6AC-44CC-9416-21D23DDEB39C}"/>
              </a:ext>
            </a:extLst>
          </p:cNvPr>
          <p:cNvSpPr>
            <a:spLocks noGrp="1"/>
          </p:cNvSpPr>
          <p:nvPr/>
        </p:nvSpPr>
        <p:spPr>
          <a:xfrm>
            <a:off x="695325" y="5029200"/>
            <a:ext cx="4048125" cy="409575"/>
          </a:xfrm>
          <a:prstGeom prst="rect">
            <a:avLst/>
          </a:prstGeom>
          <a:noFill/>
          <a:ln w="0">
            <a:noFill/>
          </a:ln>
        </p:spPr>
        <p:txBody>
          <a:bodyPr>
            <a:noAutofit/>
          </a:bodyPr>
          <a:lstStyle/>
          <a:p>
            <a:pPr>
              <a:defRPr sz="1800" b="0">
                <a:solidFill>
                  <a:srgbClr val="68716F"/>
                </a:solidFill>
                <a:latin typeface="Noto Sans KR"/>
                <a:ea typeface="Noto Sans KR"/>
                <a:cs typeface="Noto Sans KR"/>
              </a:defRPr>
            </a:pPr>
            <a:r>
              <a:rPr sz="1800" b="0">
                <a:solidFill>
                  <a:srgbClr val="68716F"/>
                </a:solidFill>
                <a:latin typeface="Noto Sans KR"/>
                <a:ea typeface="Noto Sans KR"/>
                <a:cs typeface="Noto Sans KR"/>
              </a:rPr>
              <a:t>추천 구간 검토</a:t>
            </a:r>
          </a:p>
        </p:txBody>
      </p:sp>
      <p:sp>
        <p:nvSpPr>
          <p:cNvPr id="6" name="직사각형 5">
            <a:extLst>
              <a:ext uri="{FF2B5EF4-FFF2-40B4-BE49-F238E27FC236}">
                <a16:creationId xmlns:a16="http://schemas.microsoft.com/office/drawing/2014/main" id="{7E653290-6B39-4CED-A603-28CEC70BDE77}"/>
              </a:ext>
            </a:extLst>
          </p:cNvPr>
          <p:cNvSpPr>
            <a:spLocks noGrp="1"/>
          </p:cNvSpPr>
          <p:nvPr/>
        </p:nvSpPr>
        <p:spPr>
          <a:xfrm>
            <a:off x="695325" y="5581650"/>
            <a:ext cx="4229100" cy="409575"/>
          </a:xfrm>
          <a:prstGeom prst="rect">
            <a:avLst/>
          </a:prstGeom>
          <a:noFill/>
          <a:ln w="0">
            <a:noFill/>
          </a:ln>
        </p:spPr>
        <p:txBody>
          <a:bodyPr>
            <a:noAutofit/>
          </a:bodyPr>
          <a:lstStyle/>
          <a:p>
            <a:pPr>
              <a:defRPr sz="1800" b="0">
                <a:solidFill>
                  <a:srgbClr val="68716F"/>
                </a:solidFill>
                <a:latin typeface="Noto Sans KR"/>
                <a:ea typeface="Noto Sans KR"/>
                <a:cs typeface="Noto Sans KR"/>
              </a:defRPr>
            </a:pPr>
            <a:r>
              <a:rPr sz="1800" b="0">
                <a:solidFill>
                  <a:srgbClr val="68716F"/>
                </a:solidFill>
                <a:latin typeface="Noto Sans KR"/>
                <a:ea typeface="Noto Sans KR"/>
                <a:cs typeface="Noto Sans KR"/>
              </a:rPr>
              <a:t>선택 수정과 영상 생성</a:t>
            </a:r>
          </a:p>
        </p:txBody>
      </p:sp>
      <p:pic>
        <p:nvPicPr>
          <p:cNvPr id="14" name="그림 13"/>
          <p:cNvPicPr>
            <a:picLocks noChangeAspect="1"/>
          </p:cNvPicPr>
          <p:nvPr/>
        </p:nvPicPr>
        <p:blipFill>
          <a:blip r:embed="rId3"/>
          <a:stretch/>
        </p:blipFill>
        <p:spPr>
          <a:xfrm>
            <a:off x="5743575" y="1599585"/>
            <a:ext cx="5848350" cy="3773129"/>
          </a:xfrm>
          <a:prstGeom prst="rect">
            <a:avLst/>
          </a:prstGeom>
        </p:spPr>
      </p:pic>
    </p:spTree>
    <p:extLst>
      <p:ext uri="{BB962C8B-B14F-4D97-AF65-F5344CB8AC3E}">
        <p14:creationId xmlns:p14="http://schemas.microsoft.com/office/powerpoint/2010/main" val="231785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97EDE7ED-2E2C-4FDD-94DE-CE2DB758B486}"/>
              </a:ext>
            </a:extLst>
          </p:cNvPr>
          <p:cNvSpPr>
            <a:spLocks noGrp="1"/>
          </p:cNvSpPr>
          <p:nvPr/>
        </p:nvSpPr>
        <p:spPr>
          <a:xfrm>
            <a:off x="609600" y="514350"/>
            <a:ext cx="10934700" cy="819150"/>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sz="3525" b="1" dirty="0" err="1">
                <a:solidFill>
                  <a:srgbClr val="1D2426"/>
                </a:solidFill>
                <a:latin typeface="Noto Sans KR"/>
                <a:ea typeface="Noto Sans KR"/>
                <a:cs typeface="Noto Sans KR"/>
              </a:rPr>
              <a:t>길이에</a:t>
            </a:r>
            <a:r>
              <a:rPr sz="3525" b="1" dirty="0">
                <a:solidFill>
                  <a:srgbClr val="1D2426"/>
                </a:solidFill>
                <a:latin typeface="Noto Sans KR"/>
                <a:ea typeface="Noto Sans KR"/>
                <a:cs typeface="Noto Sans KR"/>
              </a:rPr>
              <a:t> </a:t>
            </a:r>
            <a:r>
              <a:rPr sz="3525" b="1" dirty="0" err="1">
                <a:solidFill>
                  <a:srgbClr val="1D2426"/>
                </a:solidFill>
                <a:latin typeface="Noto Sans KR"/>
                <a:ea typeface="Noto Sans KR"/>
                <a:cs typeface="Noto Sans KR"/>
              </a:rPr>
              <a:t>따라</a:t>
            </a:r>
            <a:r>
              <a:rPr sz="3525" b="1" dirty="0">
                <a:solidFill>
                  <a:srgbClr val="1D2426"/>
                </a:solidFill>
                <a:latin typeface="Noto Sans KR"/>
                <a:ea typeface="Noto Sans KR"/>
                <a:cs typeface="Noto Sans KR"/>
              </a:rPr>
              <a:t> </a:t>
            </a:r>
            <a:r>
              <a:rPr sz="3525" b="1" dirty="0" err="1">
                <a:solidFill>
                  <a:srgbClr val="1D2426"/>
                </a:solidFill>
                <a:latin typeface="Noto Sans KR"/>
                <a:ea typeface="Noto Sans KR"/>
                <a:cs typeface="Noto Sans KR"/>
              </a:rPr>
              <a:t>달라지는</a:t>
            </a:r>
            <a:r>
              <a:rPr sz="3525" b="1" dirty="0">
                <a:solidFill>
                  <a:srgbClr val="1D2426"/>
                </a:solidFill>
                <a:latin typeface="Noto Sans KR"/>
                <a:ea typeface="Noto Sans KR"/>
                <a:cs typeface="Noto Sans KR"/>
              </a:rPr>
              <a:t> </a:t>
            </a:r>
            <a:r>
              <a:rPr sz="3525" b="1" dirty="0" err="1">
                <a:solidFill>
                  <a:srgbClr val="1D2426"/>
                </a:solidFill>
                <a:latin typeface="Noto Sans KR"/>
                <a:ea typeface="Noto Sans KR"/>
                <a:cs typeface="Noto Sans KR"/>
              </a:rPr>
              <a:t>정보</a:t>
            </a:r>
            <a:r>
              <a:rPr sz="3525" b="1" dirty="0">
                <a:solidFill>
                  <a:srgbClr val="1D2426"/>
                </a:solidFill>
                <a:latin typeface="Noto Sans KR"/>
                <a:ea typeface="Noto Sans KR"/>
                <a:cs typeface="Noto Sans KR"/>
              </a:rPr>
              <a:t> </a:t>
            </a:r>
            <a:r>
              <a:rPr sz="3525" b="1" dirty="0" err="1">
                <a:solidFill>
                  <a:srgbClr val="1D2426"/>
                </a:solidFill>
                <a:latin typeface="Noto Sans KR"/>
                <a:ea typeface="Noto Sans KR"/>
                <a:cs typeface="Noto Sans KR"/>
              </a:rPr>
              <a:t>보존과</a:t>
            </a:r>
            <a:r>
              <a:rPr sz="3525" b="1" dirty="0">
                <a:solidFill>
                  <a:srgbClr val="1D2426"/>
                </a:solidFill>
                <a:latin typeface="Noto Sans KR"/>
                <a:ea typeface="Noto Sans KR"/>
                <a:cs typeface="Noto Sans KR"/>
              </a:rPr>
              <a:t> </a:t>
            </a:r>
            <a:r>
              <a:rPr sz="3525" b="1" dirty="0" err="1">
                <a:solidFill>
                  <a:srgbClr val="1D2426"/>
                </a:solidFill>
                <a:latin typeface="Noto Sans KR"/>
                <a:ea typeface="Noto Sans KR"/>
                <a:cs typeface="Noto Sans KR"/>
              </a:rPr>
              <a:t>간결함</a:t>
            </a:r>
            <a:endParaRPr sz="3525" b="1" dirty="0">
              <a:solidFill>
                <a:srgbClr val="1D2426"/>
              </a:solidFill>
              <a:latin typeface="Noto Sans KR"/>
              <a:ea typeface="Noto Sans KR"/>
              <a:cs typeface="Noto Sans KR"/>
            </a:endParaRPr>
          </a:p>
        </p:txBody>
      </p:sp>
      <p:sp>
        <p:nvSpPr>
          <p:cNvPr id="2" name="직사각형 1">
            <a:extLst>
              <a:ext uri="{FF2B5EF4-FFF2-40B4-BE49-F238E27FC236}">
                <a16:creationId xmlns:a16="http://schemas.microsoft.com/office/drawing/2014/main" id="{0A50795E-A573-445B-8490-9614CF331EC0}"/>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b="0" dirty="0">
                <a:solidFill>
                  <a:srgbClr val="68716F"/>
                </a:solidFill>
                <a:latin typeface="Noto Sans KR"/>
                <a:ea typeface="Noto Sans KR"/>
                <a:cs typeface="Noto Sans KR"/>
              </a:rPr>
              <a:t>7</a:t>
            </a:r>
            <a:endParaRPr sz="1350" b="0" dirty="0">
              <a:solidFill>
                <a:srgbClr val="68716F"/>
              </a:solidFill>
              <a:latin typeface="Noto Sans KR"/>
              <a:ea typeface="Noto Sans KR"/>
              <a:cs typeface="Noto Sans KR"/>
            </a:endParaRPr>
          </a:p>
        </p:txBody>
      </p:sp>
      <p:sp>
        <p:nvSpPr>
          <p:cNvPr id="3" name="직사각형 2">
            <a:extLst>
              <a:ext uri="{FF2B5EF4-FFF2-40B4-BE49-F238E27FC236}">
                <a16:creationId xmlns:a16="http://schemas.microsoft.com/office/drawing/2014/main" id="{A3BB8A6A-A3ED-4FB8-BCF5-8EAB9C5709D5}"/>
              </a:ext>
            </a:extLst>
          </p:cNvPr>
          <p:cNvSpPr>
            <a:spLocks noGrp="1"/>
          </p:cNvSpPr>
          <p:nvPr/>
        </p:nvSpPr>
        <p:spPr>
          <a:xfrm>
            <a:off x="695325" y="1438275"/>
            <a:ext cx="7143750" cy="419100"/>
          </a:xfrm>
          <a:prstGeom prst="rect">
            <a:avLst/>
          </a:prstGeom>
          <a:noFill/>
          <a:ln w="0">
            <a:noFill/>
          </a:ln>
        </p:spPr>
        <p:txBody>
          <a:bodyPr>
            <a:noAutofit/>
          </a:bodyPr>
          <a:lstStyle/>
          <a:p>
            <a:pPr>
              <a:defRPr sz="2100" b="0">
                <a:solidFill>
                  <a:srgbClr val="68716F"/>
                </a:solidFill>
                <a:latin typeface="Noto Sans KR"/>
                <a:ea typeface="Noto Sans KR"/>
                <a:cs typeface="Noto Sans KR"/>
              </a:defRPr>
            </a:pPr>
            <a:r>
              <a:rPr lang="en-US" sz="2100" b="0" dirty="0">
                <a:solidFill>
                  <a:srgbClr val="68716F"/>
                </a:solidFill>
                <a:latin typeface="Noto Sans KR"/>
                <a:ea typeface="Noto Sans KR"/>
                <a:cs typeface="Noto Sans KR"/>
              </a:rPr>
              <a:t>98</a:t>
            </a:r>
            <a:r>
              <a:rPr lang="ko-KR" altLang="en-US" sz="2100" b="0" dirty="0">
                <a:solidFill>
                  <a:srgbClr val="68716F"/>
                </a:solidFill>
                <a:latin typeface="Noto Sans KR"/>
                <a:ea typeface="Noto Sans KR"/>
                <a:cs typeface="Noto Sans KR"/>
              </a:rPr>
              <a:t>분짜리 </a:t>
            </a:r>
            <a:r>
              <a:rPr sz="2100" b="0" dirty="0" err="1">
                <a:solidFill>
                  <a:srgbClr val="68716F"/>
                </a:solidFill>
                <a:latin typeface="Noto Sans KR"/>
                <a:ea typeface="Noto Sans KR"/>
                <a:cs typeface="Noto Sans KR"/>
              </a:rPr>
              <a:t>동일한</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원본</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다섯</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요약</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분량</a:t>
            </a:r>
            <a:r>
              <a:rPr sz="2100" b="0" dirty="0">
                <a:solidFill>
                  <a:srgbClr val="68716F"/>
                </a:solidFill>
                <a:latin typeface="Noto Sans KR"/>
                <a:ea typeface="Noto Sans KR"/>
                <a:cs typeface="Noto Sans KR"/>
              </a:rPr>
              <a:t> </a:t>
            </a:r>
            <a:r>
              <a:rPr sz="2100" b="0" dirty="0" err="1">
                <a:solidFill>
                  <a:srgbClr val="68716F"/>
                </a:solidFill>
                <a:latin typeface="Noto Sans KR"/>
                <a:ea typeface="Noto Sans KR"/>
                <a:cs typeface="Noto Sans KR"/>
              </a:rPr>
              <a:t>비교</a:t>
            </a:r>
            <a:endParaRPr sz="2100" b="0" dirty="0">
              <a:solidFill>
                <a:srgbClr val="68716F"/>
              </a:solidFill>
              <a:latin typeface="Noto Sans KR"/>
              <a:ea typeface="Noto Sans KR"/>
              <a:cs typeface="Noto Sans KR"/>
            </a:endParaRPr>
          </a:p>
        </p:txBody>
      </p:sp>
      <p:sp>
        <p:nvSpPr>
          <p:cNvPr id="4" name="직사각형 3">
            <a:extLst>
              <a:ext uri="{FF2B5EF4-FFF2-40B4-BE49-F238E27FC236}">
                <a16:creationId xmlns:a16="http://schemas.microsoft.com/office/drawing/2014/main" id="{83F0FBF0-868A-4EBF-9024-C93B73C756D8}"/>
              </a:ext>
            </a:extLst>
          </p:cNvPr>
          <p:cNvSpPr>
            <a:spLocks noGrp="1"/>
          </p:cNvSpPr>
          <p:nvPr/>
        </p:nvSpPr>
        <p:spPr>
          <a:xfrm>
            <a:off x="7829550" y="1514475"/>
            <a:ext cx="3790950" cy="333375"/>
          </a:xfrm>
          <a:prstGeom prst="rect">
            <a:avLst/>
          </a:prstGeom>
          <a:noFill/>
          <a:ln w="0">
            <a:noFill/>
          </a:ln>
        </p:spPr>
        <p:txBody>
          <a:bodyPr>
            <a:noAutofit/>
          </a:bodyPr>
          <a:lstStyle/>
          <a:p>
            <a:pPr>
              <a:defRPr sz="1500" b="0">
                <a:solidFill>
                  <a:srgbClr val="68716F"/>
                </a:solidFill>
                <a:latin typeface="Noto Sans KR"/>
                <a:ea typeface="Noto Sans KR"/>
                <a:cs typeface="Noto Sans KR"/>
              </a:defRPr>
            </a:pPr>
            <a:r>
              <a:rPr sz="1500" b="0">
                <a:solidFill>
                  <a:srgbClr val="68716F"/>
                </a:solidFill>
                <a:latin typeface="Noto Sans KR"/>
                <a:ea typeface="Noto Sans KR"/>
                <a:cs typeface="Noto Sans KR"/>
              </a:rPr>
              <a:t>점수가 높을수록 해당 지표에 유리</a:t>
            </a:r>
          </a:p>
        </p:txBody>
      </p:sp>
      <p:graphicFrame>
        <p:nvGraphicFramePr>
          <p:cNvPr id="13" name="표 12"/>
          <p:cNvGraphicFramePr/>
          <p:nvPr/>
        </p:nvGraphicFramePr>
        <p:xfrm>
          <a:off x="704850" y="2028825"/>
          <a:ext cx="10763250" cy="2743200"/>
        </p:xfrm>
        <a:graphic>
          <a:graphicData uri="http://schemas.openxmlformats.org/drawingml/2006/table">
            <a:tbl>
              <a:tblPr/>
              <a:tblGrid>
                <a:gridCol w="26670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19250">
                  <a:extLst>
                    <a:ext uri="{9D8B030D-6E8A-4147-A177-3AD203B41FA5}">
                      <a16:colId xmlns:a16="http://schemas.microsoft.com/office/drawing/2014/main" val="20004"/>
                    </a:ext>
                  </a:extLst>
                </a:gridCol>
                <a:gridCol w="1619250">
                  <a:extLst>
                    <a:ext uri="{9D8B030D-6E8A-4147-A177-3AD203B41FA5}">
                      <a16:colId xmlns:a16="http://schemas.microsoft.com/office/drawing/2014/main" val="20005"/>
                    </a:ext>
                  </a:extLst>
                </a:gridCol>
              </a:tblGrid>
              <a:tr h="457200">
                <a:tc>
                  <a:txBody>
                    <a:bodyPr/>
                    <a:lstStyle/>
                    <a:p>
                      <a:pPr algn="l"/>
                      <a:r>
                        <a:rPr sz="1725" b="1">
                          <a:solidFill>
                            <a:srgbClr val="FFFFFF"/>
                          </a:solidFill>
                          <a:latin typeface="Noto Sans KR"/>
                          <a:ea typeface="Noto Sans KR"/>
                          <a:cs typeface="Noto Sans KR"/>
                        </a:rPr>
                        <a:t>평가 지표</a:t>
                      </a:r>
                    </a:p>
                  </a:txBody>
                  <a:tcPr>
                    <a:solidFill>
                      <a:srgbClr val="1D2426"/>
                    </a:solidFill>
                  </a:tcPr>
                </a:tc>
                <a:tc>
                  <a:txBody>
                    <a:bodyPr/>
                    <a:lstStyle/>
                    <a:p>
                      <a:pPr algn="ctr"/>
                      <a:r>
                        <a:rPr sz="1725" b="1">
                          <a:solidFill>
                            <a:srgbClr val="FFFFFF"/>
                          </a:solidFill>
                          <a:latin typeface="Noto Sans KR"/>
                          <a:ea typeface="Noto Sans KR"/>
                          <a:cs typeface="Noto Sans KR"/>
                        </a:rPr>
                        <a:t>약 10분</a:t>
                      </a:r>
                    </a:p>
                  </a:txBody>
                  <a:tcPr>
                    <a:solidFill>
                      <a:srgbClr val="1D2426"/>
                    </a:solidFill>
                  </a:tcPr>
                </a:tc>
                <a:tc>
                  <a:txBody>
                    <a:bodyPr/>
                    <a:lstStyle/>
                    <a:p>
                      <a:pPr algn="ctr"/>
                      <a:r>
                        <a:rPr sz="1725" b="1">
                          <a:solidFill>
                            <a:srgbClr val="FFFFFF"/>
                          </a:solidFill>
                          <a:latin typeface="Noto Sans KR"/>
                          <a:ea typeface="Noto Sans KR"/>
                          <a:cs typeface="Noto Sans KR"/>
                        </a:rPr>
                        <a:t>약 25분</a:t>
                      </a:r>
                    </a:p>
                  </a:txBody>
                  <a:tcPr>
                    <a:solidFill>
                      <a:srgbClr val="1D2426"/>
                    </a:solidFill>
                  </a:tcPr>
                </a:tc>
                <a:tc>
                  <a:txBody>
                    <a:bodyPr/>
                    <a:lstStyle/>
                    <a:p>
                      <a:pPr algn="ctr"/>
                      <a:r>
                        <a:rPr sz="1725" b="1">
                          <a:solidFill>
                            <a:srgbClr val="FFFFFF"/>
                          </a:solidFill>
                          <a:latin typeface="Noto Sans KR"/>
                          <a:ea typeface="Noto Sans KR"/>
                          <a:cs typeface="Noto Sans KR"/>
                        </a:rPr>
                        <a:t>약 37.5분</a:t>
                      </a:r>
                    </a:p>
                  </a:txBody>
                  <a:tcPr>
                    <a:solidFill>
                      <a:srgbClr val="1D2426"/>
                    </a:solidFill>
                  </a:tcPr>
                </a:tc>
                <a:tc>
                  <a:txBody>
                    <a:bodyPr/>
                    <a:lstStyle/>
                    <a:p>
                      <a:pPr algn="ctr"/>
                      <a:r>
                        <a:rPr sz="1725" b="1">
                          <a:solidFill>
                            <a:srgbClr val="FFFFFF"/>
                          </a:solidFill>
                          <a:latin typeface="Noto Sans KR"/>
                          <a:ea typeface="Noto Sans KR"/>
                          <a:cs typeface="Noto Sans KR"/>
                        </a:rPr>
                        <a:t>약 50분</a:t>
                      </a:r>
                    </a:p>
                  </a:txBody>
                  <a:tcPr>
                    <a:solidFill>
                      <a:srgbClr val="1D2426"/>
                    </a:solidFill>
                  </a:tcPr>
                </a:tc>
                <a:tc>
                  <a:txBody>
                    <a:bodyPr/>
                    <a:lstStyle/>
                    <a:p>
                      <a:pPr algn="ctr"/>
                      <a:r>
                        <a:rPr sz="1725" b="1">
                          <a:solidFill>
                            <a:srgbClr val="FFFFFF"/>
                          </a:solidFill>
                          <a:latin typeface="Noto Sans KR"/>
                          <a:ea typeface="Noto Sans KR"/>
                          <a:cs typeface="Noto Sans KR"/>
                        </a:rPr>
                        <a:t>약 62.5분</a:t>
                      </a:r>
                    </a:p>
                  </a:txBody>
                  <a:tcPr>
                    <a:solidFill>
                      <a:srgbClr val="1D2426"/>
                    </a:solidFill>
                  </a:tcPr>
                </a:tc>
                <a:extLst>
                  <a:ext uri="{0D108BD9-81ED-4DB2-BD59-A6C34878D82A}">
                    <a16:rowId xmlns:a16="http://schemas.microsoft.com/office/drawing/2014/main" val="10000"/>
                  </a:ext>
                </a:extLst>
              </a:tr>
              <a:tr h="457200">
                <a:tc>
                  <a:txBody>
                    <a:bodyPr/>
                    <a:lstStyle/>
                    <a:p>
                      <a:pPr algn="l"/>
                      <a:r>
                        <a:rPr sz="1875" b="1">
                          <a:solidFill>
                            <a:srgbClr val="1D2426"/>
                          </a:solidFill>
                          <a:latin typeface="Noto Sans KR"/>
                          <a:ea typeface="Noto Sans KR"/>
                          <a:cs typeface="Noto Sans KR"/>
                        </a:rPr>
                        <a:t>정보 보존</a:t>
                      </a:r>
                    </a:p>
                  </a:txBody>
                  <a:tcPr>
                    <a:solidFill>
                      <a:srgbClr val="F5F3EE"/>
                    </a:solidFill>
                  </a:tcPr>
                </a:tc>
                <a:tc>
                  <a:txBody>
                    <a:bodyPr/>
                    <a:lstStyle/>
                    <a:p>
                      <a:pPr algn="ctr"/>
                      <a:r>
                        <a:rPr sz="1875" b="0">
                          <a:solidFill>
                            <a:srgbClr val="1D2426"/>
                          </a:solidFill>
                          <a:latin typeface="Noto Sans KR"/>
                          <a:ea typeface="Noto Sans KR"/>
                          <a:cs typeface="Noto Sans KR"/>
                        </a:rPr>
                        <a:t>33</a:t>
                      </a:r>
                    </a:p>
                  </a:txBody>
                  <a:tcPr>
                    <a:solidFill>
                      <a:srgbClr val="F5F3EE"/>
                    </a:solidFill>
                  </a:tcPr>
                </a:tc>
                <a:tc>
                  <a:txBody>
                    <a:bodyPr/>
                    <a:lstStyle/>
                    <a:p>
                      <a:pPr algn="ctr"/>
                      <a:r>
                        <a:rPr sz="1875" b="0">
                          <a:solidFill>
                            <a:srgbClr val="1D2426"/>
                          </a:solidFill>
                          <a:latin typeface="Noto Sans KR"/>
                          <a:ea typeface="Noto Sans KR"/>
                          <a:cs typeface="Noto Sans KR"/>
                        </a:rPr>
                        <a:t>53.1</a:t>
                      </a:r>
                    </a:p>
                  </a:txBody>
                  <a:tcPr>
                    <a:solidFill>
                      <a:srgbClr val="F5F3EE"/>
                    </a:solidFill>
                  </a:tcPr>
                </a:tc>
                <a:tc>
                  <a:txBody>
                    <a:bodyPr/>
                    <a:lstStyle/>
                    <a:p>
                      <a:pPr algn="ctr"/>
                      <a:r>
                        <a:rPr sz="1875" b="0">
                          <a:solidFill>
                            <a:srgbClr val="1D2426"/>
                          </a:solidFill>
                          <a:latin typeface="Noto Sans KR"/>
                          <a:ea typeface="Noto Sans KR"/>
                          <a:cs typeface="Noto Sans KR"/>
                        </a:rPr>
                        <a:t>72</a:t>
                      </a:r>
                    </a:p>
                  </a:txBody>
                  <a:tcPr>
                    <a:solidFill>
                      <a:srgbClr val="F5F3EE"/>
                    </a:solidFill>
                  </a:tcPr>
                </a:tc>
                <a:tc>
                  <a:txBody>
                    <a:bodyPr/>
                    <a:lstStyle/>
                    <a:p>
                      <a:pPr algn="ctr"/>
                      <a:r>
                        <a:rPr sz="1875" b="0">
                          <a:solidFill>
                            <a:srgbClr val="1D2426"/>
                          </a:solidFill>
                          <a:latin typeface="Noto Sans KR"/>
                          <a:ea typeface="Noto Sans KR"/>
                          <a:cs typeface="Noto Sans KR"/>
                        </a:rPr>
                        <a:t>87.6</a:t>
                      </a:r>
                    </a:p>
                  </a:txBody>
                  <a:tcPr>
                    <a:solidFill>
                      <a:srgbClr val="F5F3EE"/>
                    </a:solidFill>
                  </a:tcPr>
                </a:tc>
                <a:tc>
                  <a:txBody>
                    <a:bodyPr/>
                    <a:lstStyle/>
                    <a:p>
                      <a:pPr algn="ctr"/>
                      <a:r>
                        <a:rPr sz="1875" b="1">
                          <a:solidFill>
                            <a:srgbClr val="A76542"/>
                          </a:solidFill>
                          <a:latin typeface="Noto Sans KR"/>
                          <a:ea typeface="Noto Sans KR"/>
                          <a:cs typeface="Noto Sans KR"/>
                        </a:rPr>
                        <a:t>93.8</a:t>
                      </a:r>
                    </a:p>
                  </a:txBody>
                  <a:tcPr>
                    <a:solidFill>
                      <a:srgbClr val="F5F3EE"/>
                    </a:solidFill>
                  </a:tcPr>
                </a:tc>
                <a:extLst>
                  <a:ext uri="{0D108BD9-81ED-4DB2-BD59-A6C34878D82A}">
                    <a16:rowId xmlns:a16="http://schemas.microsoft.com/office/drawing/2014/main" val="10001"/>
                  </a:ext>
                </a:extLst>
              </a:tr>
              <a:tr h="457200">
                <a:tc>
                  <a:txBody>
                    <a:bodyPr/>
                    <a:lstStyle/>
                    <a:p>
                      <a:pPr algn="l"/>
                      <a:r>
                        <a:rPr sz="1875" b="1">
                          <a:solidFill>
                            <a:srgbClr val="1D2426"/>
                          </a:solidFill>
                          <a:latin typeface="Noto Sans KR"/>
                          <a:ea typeface="Noto Sans KR"/>
                          <a:cs typeface="Noto Sans KR"/>
                        </a:rPr>
                        <a:t>압축 효율</a:t>
                      </a:r>
                    </a:p>
                  </a:txBody>
                  <a:tcPr>
                    <a:solidFill>
                      <a:srgbClr val="EDEBE5"/>
                    </a:solidFill>
                  </a:tcPr>
                </a:tc>
                <a:tc>
                  <a:txBody>
                    <a:bodyPr/>
                    <a:lstStyle/>
                    <a:p>
                      <a:pPr algn="ctr"/>
                      <a:r>
                        <a:rPr sz="1875" b="0">
                          <a:solidFill>
                            <a:srgbClr val="1D2426"/>
                          </a:solidFill>
                          <a:latin typeface="Noto Sans KR"/>
                          <a:ea typeface="Noto Sans KR"/>
                          <a:cs typeface="Noto Sans KR"/>
                        </a:rPr>
                        <a:t>29.5</a:t>
                      </a:r>
                    </a:p>
                  </a:txBody>
                  <a:tcPr>
                    <a:solidFill>
                      <a:srgbClr val="EDEBE5"/>
                    </a:solidFill>
                  </a:tcPr>
                </a:tc>
                <a:tc>
                  <a:txBody>
                    <a:bodyPr/>
                    <a:lstStyle/>
                    <a:p>
                      <a:pPr algn="ctr"/>
                      <a:r>
                        <a:rPr sz="1875" b="0">
                          <a:solidFill>
                            <a:srgbClr val="1D2426"/>
                          </a:solidFill>
                          <a:latin typeface="Noto Sans KR"/>
                          <a:ea typeface="Noto Sans KR"/>
                          <a:cs typeface="Noto Sans KR"/>
                        </a:rPr>
                        <a:t>39.5</a:t>
                      </a:r>
                    </a:p>
                  </a:txBody>
                  <a:tcPr>
                    <a:solidFill>
                      <a:srgbClr val="EDEBE5"/>
                    </a:solidFill>
                  </a:tcPr>
                </a:tc>
                <a:tc>
                  <a:txBody>
                    <a:bodyPr/>
                    <a:lstStyle/>
                    <a:p>
                      <a:pPr algn="ctr"/>
                      <a:r>
                        <a:rPr sz="1875" b="1">
                          <a:solidFill>
                            <a:srgbClr val="A76542"/>
                          </a:solidFill>
                          <a:latin typeface="Noto Sans KR"/>
                          <a:ea typeface="Noto Sans KR"/>
                          <a:cs typeface="Noto Sans KR"/>
                        </a:rPr>
                        <a:t>44.7</a:t>
                      </a:r>
                    </a:p>
                  </a:txBody>
                  <a:tcPr>
                    <a:solidFill>
                      <a:srgbClr val="EDEBE5"/>
                    </a:solidFill>
                  </a:tcPr>
                </a:tc>
                <a:tc>
                  <a:txBody>
                    <a:bodyPr/>
                    <a:lstStyle/>
                    <a:p>
                      <a:pPr algn="ctr"/>
                      <a:r>
                        <a:rPr sz="1875" b="0">
                          <a:solidFill>
                            <a:srgbClr val="1D2426"/>
                          </a:solidFill>
                          <a:latin typeface="Noto Sans KR"/>
                          <a:ea typeface="Noto Sans KR"/>
                          <a:cs typeface="Noto Sans KR"/>
                        </a:rPr>
                        <a:t>43.5</a:t>
                      </a:r>
                    </a:p>
                  </a:txBody>
                  <a:tcPr>
                    <a:solidFill>
                      <a:srgbClr val="EDEBE5"/>
                    </a:solidFill>
                  </a:tcPr>
                </a:tc>
                <a:tc>
                  <a:txBody>
                    <a:bodyPr/>
                    <a:lstStyle/>
                    <a:p>
                      <a:pPr algn="ctr"/>
                      <a:r>
                        <a:rPr sz="1875" b="0">
                          <a:solidFill>
                            <a:srgbClr val="1D2426"/>
                          </a:solidFill>
                          <a:latin typeface="Noto Sans KR"/>
                          <a:ea typeface="Noto Sans KR"/>
                          <a:cs typeface="Noto Sans KR"/>
                        </a:rPr>
                        <a:t>34.9</a:t>
                      </a:r>
                    </a:p>
                  </a:txBody>
                  <a:tcPr>
                    <a:solidFill>
                      <a:srgbClr val="EDEBE5"/>
                    </a:solidFill>
                  </a:tcPr>
                </a:tc>
                <a:extLst>
                  <a:ext uri="{0D108BD9-81ED-4DB2-BD59-A6C34878D82A}">
                    <a16:rowId xmlns:a16="http://schemas.microsoft.com/office/drawing/2014/main" val="10002"/>
                  </a:ext>
                </a:extLst>
              </a:tr>
              <a:tr h="457200">
                <a:tc>
                  <a:txBody>
                    <a:bodyPr/>
                    <a:lstStyle/>
                    <a:p>
                      <a:pPr algn="l"/>
                      <a:r>
                        <a:rPr sz="1875" b="1">
                          <a:solidFill>
                            <a:srgbClr val="1D2426"/>
                          </a:solidFill>
                          <a:latin typeface="Noto Sans KR"/>
                          <a:ea typeface="Noto Sans KR"/>
                          <a:cs typeface="Noto Sans KR"/>
                        </a:rPr>
                        <a:t>불필요 반응 제거</a:t>
                      </a:r>
                    </a:p>
                  </a:txBody>
                  <a:tcPr>
                    <a:solidFill>
                      <a:srgbClr val="F5F3EE"/>
                    </a:solidFill>
                  </a:tcPr>
                </a:tc>
                <a:tc>
                  <a:txBody>
                    <a:bodyPr/>
                    <a:lstStyle/>
                    <a:p>
                      <a:pPr algn="ctr"/>
                      <a:r>
                        <a:rPr sz="1875" b="1">
                          <a:solidFill>
                            <a:srgbClr val="A76542"/>
                          </a:solidFill>
                          <a:latin typeface="Noto Sans KR"/>
                          <a:ea typeface="Noto Sans KR"/>
                          <a:cs typeface="Noto Sans KR"/>
                        </a:rPr>
                        <a:t>76</a:t>
                      </a:r>
                    </a:p>
                  </a:txBody>
                  <a:tcPr>
                    <a:solidFill>
                      <a:srgbClr val="F5F3EE"/>
                    </a:solidFill>
                  </a:tcPr>
                </a:tc>
                <a:tc>
                  <a:txBody>
                    <a:bodyPr/>
                    <a:lstStyle/>
                    <a:p>
                      <a:pPr algn="ctr"/>
                      <a:r>
                        <a:rPr sz="1875" b="0">
                          <a:solidFill>
                            <a:srgbClr val="1D2426"/>
                          </a:solidFill>
                          <a:latin typeface="Noto Sans KR"/>
                          <a:ea typeface="Noto Sans KR"/>
                          <a:cs typeface="Noto Sans KR"/>
                        </a:rPr>
                        <a:t>65</a:t>
                      </a:r>
                    </a:p>
                  </a:txBody>
                  <a:tcPr>
                    <a:solidFill>
                      <a:srgbClr val="F5F3EE"/>
                    </a:solidFill>
                  </a:tcPr>
                </a:tc>
                <a:tc>
                  <a:txBody>
                    <a:bodyPr/>
                    <a:lstStyle/>
                    <a:p>
                      <a:pPr algn="ctr"/>
                      <a:r>
                        <a:rPr sz="1875" b="0">
                          <a:solidFill>
                            <a:srgbClr val="1D2426"/>
                          </a:solidFill>
                          <a:latin typeface="Noto Sans KR"/>
                          <a:ea typeface="Noto Sans KR"/>
                          <a:cs typeface="Noto Sans KR"/>
                        </a:rPr>
                        <a:t>61</a:t>
                      </a:r>
                    </a:p>
                  </a:txBody>
                  <a:tcPr>
                    <a:solidFill>
                      <a:srgbClr val="F5F3EE"/>
                    </a:solidFill>
                  </a:tcPr>
                </a:tc>
                <a:tc>
                  <a:txBody>
                    <a:bodyPr/>
                    <a:lstStyle/>
                    <a:p>
                      <a:pPr algn="ctr"/>
                      <a:r>
                        <a:rPr sz="1875" b="0">
                          <a:solidFill>
                            <a:srgbClr val="1D2426"/>
                          </a:solidFill>
                          <a:latin typeface="Noto Sans KR"/>
                          <a:ea typeface="Noto Sans KR"/>
                          <a:cs typeface="Noto Sans KR"/>
                        </a:rPr>
                        <a:t>55</a:t>
                      </a:r>
                    </a:p>
                  </a:txBody>
                  <a:tcPr>
                    <a:solidFill>
                      <a:srgbClr val="F5F3EE"/>
                    </a:solidFill>
                  </a:tcPr>
                </a:tc>
                <a:tc>
                  <a:txBody>
                    <a:bodyPr/>
                    <a:lstStyle/>
                    <a:p>
                      <a:pPr algn="ctr"/>
                      <a:r>
                        <a:rPr sz="1875" b="0">
                          <a:solidFill>
                            <a:srgbClr val="1D2426"/>
                          </a:solidFill>
                          <a:latin typeface="Noto Sans KR"/>
                          <a:ea typeface="Noto Sans KR"/>
                          <a:cs typeface="Noto Sans KR"/>
                        </a:rPr>
                        <a:t>53</a:t>
                      </a:r>
                    </a:p>
                  </a:txBody>
                  <a:tcPr>
                    <a:solidFill>
                      <a:srgbClr val="F5F3EE"/>
                    </a:solidFill>
                  </a:tcPr>
                </a:tc>
                <a:extLst>
                  <a:ext uri="{0D108BD9-81ED-4DB2-BD59-A6C34878D82A}">
                    <a16:rowId xmlns:a16="http://schemas.microsoft.com/office/drawing/2014/main" val="10003"/>
                  </a:ext>
                </a:extLst>
              </a:tr>
              <a:tr h="457200">
                <a:tc>
                  <a:txBody>
                    <a:bodyPr/>
                    <a:lstStyle/>
                    <a:p>
                      <a:pPr algn="l"/>
                      <a:r>
                        <a:rPr sz="1875" b="1" dirty="0" err="1">
                          <a:solidFill>
                            <a:srgbClr val="1D2426"/>
                          </a:solidFill>
                          <a:latin typeface="Noto Sans KR"/>
                          <a:ea typeface="Noto Sans KR"/>
                          <a:cs typeface="Noto Sans KR"/>
                        </a:rPr>
                        <a:t>같은</a:t>
                      </a:r>
                      <a:r>
                        <a:rPr sz="1875" b="1" dirty="0">
                          <a:solidFill>
                            <a:srgbClr val="1D2426"/>
                          </a:solidFill>
                          <a:latin typeface="Noto Sans KR"/>
                          <a:ea typeface="Noto Sans KR"/>
                          <a:cs typeface="Noto Sans KR"/>
                        </a:rPr>
                        <a:t> </a:t>
                      </a:r>
                      <a:r>
                        <a:rPr sz="1875" b="1" dirty="0" err="1">
                          <a:solidFill>
                            <a:srgbClr val="1D2426"/>
                          </a:solidFill>
                          <a:latin typeface="Noto Sans KR"/>
                          <a:ea typeface="Noto Sans KR"/>
                          <a:cs typeface="Noto Sans KR"/>
                        </a:rPr>
                        <a:t>맥락</a:t>
                      </a:r>
                      <a:r>
                        <a:rPr sz="1875" b="1" dirty="0">
                          <a:solidFill>
                            <a:srgbClr val="1D2426"/>
                          </a:solidFill>
                          <a:latin typeface="Noto Sans KR"/>
                          <a:ea typeface="Noto Sans KR"/>
                          <a:cs typeface="Noto Sans KR"/>
                        </a:rPr>
                        <a:t> </a:t>
                      </a:r>
                      <a:r>
                        <a:rPr sz="1875" b="1" dirty="0" err="1">
                          <a:solidFill>
                            <a:srgbClr val="1D2426"/>
                          </a:solidFill>
                          <a:latin typeface="Noto Sans KR"/>
                          <a:ea typeface="Noto Sans KR"/>
                          <a:cs typeface="Noto Sans KR"/>
                        </a:rPr>
                        <a:t>반복</a:t>
                      </a:r>
                      <a:r>
                        <a:rPr sz="1875" b="1" dirty="0">
                          <a:solidFill>
                            <a:srgbClr val="1D2426"/>
                          </a:solidFill>
                          <a:latin typeface="Noto Sans KR"/>
                          <a:ea typeface="Noto Sans KR"/>
                          <a:cs typeface="Noto Sans KR"/>
                        </a:rPr>
                        <a:t> </a:t>
                      </a:r>
                      <a:r>
                        <a:rPr sz="1875" b="1" dirty="0" err="1">
                          <a:solidFill>
                            <a:srgbClr val="1D2426"/>
                          </a:solidFill>
                          <a:latin typeface="Noto Sans KR"/>
                          <a:ea typeface="Noto Sans KR"/>
                          <a:cs typeface="Noto Sans KR"/>
                        </a:rPr>
                        <a:t>제거</a:t>
                      </a:r>
                      <a:endParaRPr sz="1875" b="1" dirty="0">
                        <a:solidFill>
                          <a:srgbClr val="1D2426"/>
                        </a:solidFill>
                        <a:latin typeface="Noto Sans KR"/>
                        <a:ea typeface="Noto Sans KR"/>
                        <a:cs typeface="Noto Sans KR"/>
                      </a:endParaRPr>
                    </a:p>
                  </a:txBody>
                  <a:tcPr>
                    <a:solidFill>
                      <a:srgbClr val="EDEBE5"/>
                    </a:solidFill>
                  </a:tcPr>
                </a:tc>
                <a:tc>
                  <a:txBody>
                    <a:bodyPr/>
                    <a:lstStyle/>
                    <a:p>
                      <a:pPr algn="ctr"/>
                      <a:r>
                        <a:rPr sz="1875" b="1">
                          <a:solidFill>
                            <a:srgbClr val="A76542"/>
                          </a:solidFill>
                          <a:latin typeface="Noto Sans KR"/>
                          <a:ea typeface="Noto Sans KR"/>
                          <a:cs typeface="Noto Sans KR"/>
                        </a:rPr>
                        <a:t>65</a:t>
                      </a:r>
                    </a:p>
                  </a:txBody>
                  <a:tcPr>
                    <a:solidFill>
                      <a:srgbClr val="EDEBE5"/>
                    </a:solidFill>
                  </a:tcPr>
                </a:tc>
                <a:tc>
                  <a:txBody>
                    <a:bodyPr/>
                    <a:lstStyle/>
                    <a:p>
                      <a:pPr algn="ctr"/>
                      <a:r>
                        <a:rPr sz="1875" b="0">
                          <a:solidFill>
                            <a:srgbClr val="1D2426"/>
                          </a:solidFill>
                          <a:latin typeface="Noto Sans KR"/>
                          <a:ea typeface="Noto Sans KR"/>
                          <a:cs typeface="Noto Sans KR"/>
                        </a:rPr>
                        <a:t>58</a:t>
                      </a:r>
                    </a:p>
                  </a:txBody>
                  <a:tcPr>
                    <a:solidFill>
                      <a:srgbClr val="EDEBE5"/>
                    </a:solidFill>
                  </a:tcPr>
                </a:tc>
                <a:tc>
                  <a:txBody>
                    <a:bodyPr/>
                    <a:lstStyle/>
                    <a:p>
                      <a:pPr algn="ctr"/>
                      <a:r>
                        <a:rPr sz="1875" b="0">
                          <a:solidFill>
                            <a:srgbClr val="1D2426"/>
                          </a:solidFill>
                          <a:latin typeface="Noto Sans KR"/>
                          <a:ea typeface="Noto Sans KR"/>
                          <a:cs typeface="Noto Sans KR"/>
                        </a:rPr>
                        <a:t>48</a:t>
                      </a:r>
                    </a:p>
                  </a:txBody>
                  <a:tcPr>
                    <a:solidFill>
                      <a:srgbClr val="EDEBE5"/>
                    </a:solidFill>
                  </a:tcPr>
                </a:tc>
                <a:tc>
                  <a:txBody>
                    <a:bodyPr/>
                    <a:lstStyle/>
                    <a:p>
                      <a:pPr algn="ctr"/>
                      <a:r>
                        <a:rPr sz="1875" b="0">
                          <a:solidFill>
                            <a:srgbClr val="1D2426"/>
                          </a:solidFill>
                          <a:latin typeface="Noto Sans KR"/>
                          <a:ea typeface="Noto Sans KR"/>
                          <a:cs typeface="Noto Sans KR"/>
                        </a:rPr>
                        <a:t>45</a:t>
                      </a:r>
                    </a:p>
                  </a:txBody>
                  <a:tcPr>
                    <a:solidFill>
                      <a:srgbClr val="EDEBE5"/>
                    </a:solidFill>
                  </a:tcPr>
                </a:tc>
                <a:tc>
                  <a:txBody>
                    <a:bodyPr/>
                    <a:lstStyle/>
                    <a:p>
                      <a:pPr algn="ctr"/>
                      <a:r>
                        <a:rPr sz="1875" b="0">
                          <a:solidFill>
                            <a:srgbClr val="1D2426"/>
                          </a:solidFill>
                          <a:latin typeface="Noto Sans KR"/>
                          <a:ea typeface="Noto Sans KR"/>
                          <a:cs typeface="Noto Sans KR"/>
                        </a:rPr>
                        <a:t>40</a:t>
                      </a:r>
                    </a:p>
                  </a:txBody>
                  <a:tcPr>
                    <a:solidFill>
                      <a:srgbClr val="EDEBE5"/>
                    </a:solidFill>
                  </a:tcPr>
                </a:tc>
                <a:extLst>
                  <a:ext uri="{0D108BD9-81ED-4DB2-BD59-A6C34878D82A}">
                    <a16:rowId xmlns:a16="http://schemas.microsoft.com/office/drawing/2014/main" val="10004"/>
                  </a:ext>
                </a:extLst>
              </a:tr>
              <a:tr h="457200">
                <a:tc>
                  <a:txBody>
                    <a:bodyPr/>
                    <a:lstStyle/>
                    <a:p>
                      <a:pPr algn="l"/>
                      <a:r>
                        <a:rPr sz="1875" b="1">
                          <a:solidFill>
                            <a:srgbClr val="1D2426"/>
                          </a:solidFill>
                          <a:latin typeface="Noto Sans KR"/>
                          <a:ea typeface="Noto Sans KR"/>
                          <a:cs typeface="Noto Sans KR"/>
                        </a:rPr>
                        <a:t>요약본 이해</a:t>
                      </a:r>
                    </a:p>
                  </a:txBody>
                  <a:tcPr>
                    <a:solidFill>
                      <a:srgbClr val="F5F3EE"/>
                    </a:solidFill>
                  </a:tcPr>
                </a:tc>
                <a:tc>
                  <a:txBody>
                    <a:bodyPr/>
                    <a:lstStyle/>
                    <a:p>
                      <a:pPr algn="ctr"/>
                      <a:r>
                        <a:rPr sz="1875" b="0">
                          <a:solidFill>
                            <a:srgbClr val="1D2426"/>
                          </a:solidFill>
                          <a:latin typeface="Noto Sans KR"/>
                          <a:ea typeface="Noto Sans KR"/>
                          <a:cs typeface="Noto Sans KR"/>
                        </a:rPr>
                        <a:t>57</a:t>
                      </a:r>
                    </a:p>
                  </a:txBody>
                  <a:tcPr>
                    <a:solidFill>
                      <a:srgbClr val="F5F3EE"/>
                    </a:solidFill>
                  </a:tcPr>
                </a:tc>
                <a:tc>
                  <a:txBody>
                    <a:bodyPr/>
                    <a:lstStyle/>
                    <a:p>
                      <a:pPr algn="ctr"/>
                      <a:r>
                        <a:rPr sz="1875" b="0">
                          <a:solidFill>
                            <a:srgbClr val="1D2426"/>
                          </a:solidFill>
                          <a:latin typeface="Noto Sans KR"/>
                          <a:ea typeface="Noto Sans KR"/>
                          <a:cs typeface="Noto Sans KR"/>
                        </a:rPr>
                        <a:t>62</a:t>
                      </a:r>
                    </a:p>
                  </a:txBody>
                  <a:tcPr>
                    <a:solidFill>
                      <a:srgbClr val="F5F3EE"/>
                    </a:solidFill>
                  </a:tcPr>
                </a:tc>
                <a:tc>
                  <a:txBody>
                    <a:bodyPr/>
                    <a:lstStyle/>
                    <a:p>
                      <a:pPr algn="ctr"/>
                      <a:r>
                        <a:rPr sz="1875" b="0">
                          <a:solidFill>
                            <a:srgbClr val="1D2426"/>
                          </a:solidFill>
                          <a:latin typeface="Noto Sans KR"/>
                          <a:ea typeface="Noto Sans KR"/>
                          <a:cs typeface="Noto Sans KR"/>
                        </a:rPr>
                        <a:t>65</a:t>
                      </a:r>
                    </a:p>
                  </a:txBody>
                  <a:tcPr>
                    <a:solidFill>
                      <a:srgbClr val="F5F3EE"/>
                    </a:solidFill>
                  </a:tcPr>
                </a:tc>
                <a:tc>
                  <a:txBody>
                    <a:bodyPr/>
                    <a:lstStyle/>
                    <a:p>
                      <a:pPr algn="ctr"/>
                      <a:r>
                        <a:rPr sz="1875" b="0">
                          <a:solidFill>
                            <a:srgbClr val="1D2426"/>
                          </a:solidFill>
                          <a:latin typeface="Noto Sans KR"/>
                          <a:ea typeface="Noto Sans KR"/>
                          <a:cs typeface="Noto Sans KR"/>
                        </a:rPr>
                        <a:t>74</a:t>
                      </a:r>
                    </a:p>
                  </a:txBody>
                  <a:tcPr>
                    <a:solidFill>
                      <a:srgbClr val="F5F3EE"/>
                    </a:solidFill>
                  </a:tcPr>
                </a:tc>
                <a:tc>
                  <a:txBody>
                    <a:bodyPr/>
                    <a:lstStyle/>
                    <a:p>
                      <a:pPr algn="ctr"/>
                      <a:r>
                        <a:rPr sz="1875" b="1" dirty="0">
                          <a:solidFill>
                            <a:srgbClr val="A76542"/>
                          </a:solidFill>
                          <a:latin typeface="Noto Sans KR"/>
                          <a:ea typeface="Noto Sans KR"/>
                          <a:cs typeface="Noto Sans KR"/>
                        </a:rPr>
                        <a:t>77</a:t>
                      </a:r>
                    </a:p>
                  </a:txBody>
                  <a:tcPr>
                    <a:solidFill>
                      <a:srgbClr val="F5F3EE"/>
                    </a:solidFill>
                  </a:tcPr>
                </a:tc>
                <a:extLst>
                  <a:ext uri="{0D108BD9-81ED-4DB2-BD59-A6C34878D82A}">
                    <a16:rowId xmlns:a16="http://schemas.microsoft.com/office/drawing/2014/main" val="10005"/>
                  </a:ext>
                </a:extLst>
              </a:tr>
            </a:tbl>
          </a:graphicData>
        </a:graphic>
      </p:graphicFrame>
      <p:sp>
        <p:nvSpPr>
          <p:cNvPr id="6" name="직사각형 5">
            <a:extLst>
              <a:ext uri="{FF2B5EF4-FFF2-40B4-BE49-F238E27FC236}">
                <a16:creationId xmlns:a16="http://schemas.microsoft.com/office/drawing/2014/main" id="{2C4BB5AD-222E-41E3-88F6-2FB1A034351A}"/>
              </a:ext>
            </a:extLst>
          </p:cNvPr>
          <p:cNvSpPr>
            <a:spLocks noGrp="1"/>
          </p:cNvSpPr>
          <p:nvPr/>
        </p:nvSpPr>
        <p:spPr>
          <a:xfrm>
            <a:off x="704850" y="5010150"/>
            <a:ext cx="10763250" cy="466725"/>
          </a:xfrm>
          <a:prstGeom prst="rect">
            <a:avLst/>
          </a:prstGeom>
          <a:noFill/>
          <a:ln w="0">
            <a:noFill/>
          </a:ln>
        </p:spPr>
        <p:txBody>
          <a:bodyPr>
            <a:noAutofit/>
          </a:bodyPr>
          <a:lstStyle/>
          <a:p>
            <a:pPr>
              <a:defRPr sz="2175" b="1">
                <a:solidFill>
                  <a:srgbClr val="1D2426"/>
                </a:solidFill>
                <a:latin typeface="Noto Sans KR"/>
                <a:ea typeface="Noto Sans KR"/>
                <a:cs typeface="Noto Sans KR"/>
              </a:defRPr>
            </a:pPr>
            <a:r>
              <a:rPr sz="2175" b="1">
                <a:solidFill>
                  <a:srgbClr val="1D2426"/>
                </a:solidFill>
                <a:latin typeface="Noto Sans KR"/>
                <a:ea typeface="Noto Sans KR"/>
                <a:cs typeface="Noto Sans KR"/>
              </a:rPr>
              <a:t>긴 요약은 정보와 이해에, 짧은 요약은 반응·반복 정리에 유리</a:t>
            </a:r>
          </a:p>
        </p:txBody>
      </p:sp>
      <p:sp>
        <p:nvSpPr>
          <p:cNvPr id="7" name="직사각형 6">
            <a:extLst>
              <a:ext uri="{FF2B5EF4-FFF2-40B4-BE49-F238E27FC236}">
                <a16:creationId xmlns:a16="http://schemas.microsoft.com/office/drawing/2014/main" id="{7C0B8CFC-C380-4AD9-A4AF-AC45570335B2}"/>
              </a:ext>
            </a:extLst>
          </p:cNvPr>
          <p:cNvSpPr>
            <a:spLocks noGrp="1"/>
          </p:cNvSpPr>
          <p:nvPr/>
        </p:nvSpPr>
        <p:spPr>
          <a:xfrm>
            <a:off x="704850" y="5543550"/>
            <a:ext cx="10763250" cy="400050"/>
          </a:xfrm>
          <a:prstGeom prst="rect">
            <a:avLst/>
          </a:prstGeom>
          <a:noFill/>
          <a:ln w="0">
            <a:noFill/>
          </a:ln>
        </p:spPr>
        <p:txBody>
          <a:bodyPr>
            <a:noAutofit/>
          </a:bodyPr>
          <a:lstStyle/>
          <a:p>
            <a:pPr>
              <a:defRPr sz="1650" b="0">
                <a:solidFill>
                  <a:srgbClr val="68716F"/>
                </a:solidFill>
                <a:latin typeface="Noto Sans KR"/>
                <a:ea typeface="Noto Sans KR"/>
                <a:cs typeface="Noto Sans KR"/>
              </a:defRPr>
            </a:pPr>
            <a:r>
              <a:rPr sz="1650" b="0">
                <a:solidFill>
                  <a:srgbClr val="68716F"/>
                </a:solidFill>
                <a:latin typeface="Noto Sans KR"/>
                <a:ea typeface="Noto Sans KR"/>
                <a:cs typeface="Noto Sans KR"/>
              </a:rPr>
              <a:t>이 실험의 압축 효율은 약 37.5분에서 최고점. 모든 영상의 최적 길이를 뜻하지는 않습니다.</a:t>
            </a:r>
          </a:p>
        </p:txBody>
      </p:sp>
      <p:sp>
        <p:nvSpPr>
          <p:cNvPr id="8" name="직사각형 7">
            <a:extLst>
              <a:ext uri="{FF2B5EF4-FFF2-40B4-BE49-F238E27FC236}">
                <a16:creationId xmlns:a16="http://schemas.microsoft.com/office/drawing/2014/main" id="{2E7EEE08-1BB7-4FBD-BC74-C96E1AFA721E}"/>
              </a:ext>
            </a:extLst>
          </p:cNvPr>
          <p:cNvSpPr>
            <a:spLocks noGrp="1"/>
          </p:cNvSpPr>
          <p:nvPr/>
        </p:nvSpPr>
        <p:spPr>
          <a:xfrm>
            <a:off x="704850" y="6276975"/>
            <a:ext cx="10382250" cy="323850"/>
          </a:xfrm>
          <a:prstGeom prst="rect">
            <a:avLst/>
          </a:prstGeom>
          <a:noFill/>
          <a:ln w="0">
            <a:noFill/>
          </a:ln>
        </p:spPr>
        <p:txBody>
          <a:bodyPr>
            <a:noAutofit/>
          </a:bodyPr>
          <a:lstStyle/>
          <a:p>
            <a:pPr>
              <a:defRPr sz="1275" b="0">
                <a:solidFill>
                  <a:srgbClr val="68716F"/>
                </a:solidFill>
                <a:latin typeface="Noto Sans KR"/>
                <a:ea typeface="Noto Sans KR"/>
                <a:cs typeface="Noto Sans KR"/>
              </a:defRPr>
            </a:pPr>
            <a:r>
              <a:rPr sz="1275" b="0">
                <a:solidFill>
                  <a:srgbClr val="68716F"/>
                </a:solidFill>
                <a:latin typeface="Noto Sans KR"/>
                <a:ea typeface="Noto Sans KR"/>
                <a:cs typeface="Noto Sans KR"/>
              </a:rPr>
              <a:t>98분 정보 전달 영상 1건의 자막 기반 LLM 평가, 보고서 37~39쪽. 압축 효율 = 압축률 × 정보 보존율.</a:t>
            </a:r>
          </a:p>
        </p:txBody>
      </p:sp>
      <p:sp>
        <p:nvSpPr>
          <p:cNvPr id="10" name="직사각형 9">
            <a:extLst>
              <a:ext uri="{FF2B5EF4-FFF2-40B4-BE49-F238E27FC236}">
                <a16:creationId xmlns:a16="http://schemas.microsoft.com/office/drawing/2014/main" id="{5F23E723-25FE-7D06-5FF0-9B9DD71F4C6F}"/>
              </a:ext>
            </a:extLst>
          </p:cNvPr>
          <p:cNvSpPr>
            <a:spLocks noGrp="1"/>
          </p:cNvSpPr>
          <p:nvPr/>
        </p:nvSpPr>
        <p:spPr>
          <a:xfrm>
            <a:off x="8941292" y="5343525"/>
            <a:ext cx="2631583" cy="819150"/>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lang="ko-KR" altLang="en-US" sz="2500" b="1" dirty="0">
                <a:solidFill>
                  <a:schemeClr val="accent4">
                    <a:lumMod val="75000"/>
                  </a:schemeClr>
                </a:solidFill>
                <a:latin typeface="Noto Sans KR"/>
                <a:ea typeface="Noto Sans KR"/>
                <a:cs typeface="Noto Sans KR"/>
              </a:rPr>
              <a:t>원본의 </a:t>
            </a:r>
            <a:r>
              <a:rPr lang="en-US" altLang="ko-KR" sz="3000" b="1" dirty="0">
                <a:solidFill>
                  <a:schemeClr val="accent4">
                    <a:lumMod val="75000"/>
                  </a:schemeClr>
                </a:solidFill>
                <a:latin typeface="Noto Sans KR"/>
                <a:ea typeface="Noto Sans KR"/>
                <a:cs typeface="Noto Sans KR"/>
              </a:rPr>
              <a:t>1/4</a:t>
            </a:r>
            <a:endParaRPr sz="3000" b="1" dirty="0">
              <a:solidFill>
                <a:schemeClr val="accent4">
                  <a:lumMod val="75000"/>
                </a:schemeClr>
              </a:solidFill>
              <a:latin typeface="Noto Sans KR"/>
              <a:ea typeface="Noto Sans KR"/>
              <a:cs typeface="Noto Sans KR"/>
            </a:endParaRPr>
          </a:p>
        </p:txBody>
      </p:sp>
    </p:spTree>
    <p:extLst>
      <p:ext uri="{BB962C8B-B14F-4D97-AF65-F5344CB8AC3E}">
        <p14:creationId xmlns:p14="http://schemas.microsoft.com/office/powerpoint/2010/main" val="156129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9D6A7A31-1034-6998-D4F1-3A947959FF7D}"/>
            </a:ext>
          </a:extLst>
        </p:cNvPr>
        <p:cNvGrpSpPr/>
        <p:nvPr/>
      </p:nvGrpSpPr>
      <p:grpSpPr>
        <a:xfrm>
          <a:off x="0" y="0"/>
          <a:ext cx="0" cy="0"/>
          <a:chOff x="0" y="0"/>
          <a:chExt cx="0" cy="0"/>
        </a:xfrm>
      </p:grpSpPr>
      <p:sp>
        <p:nvSpPr>
          <p:cNvPr id="9" name="직사각형 8">
            <a:extLst>
              <a:ext uri="{FF2B5EF4-FFF2-40B4-BE49-F238E27FC236}">
                <a16:creationId xmlns:a16="http://schemas.microsoft.com/office/drawing/2014/main" id="{31034166-3BB9-699E-70AC-B18C27D8B55A}"/>
              </a:ext>
            </a:extLst>
          </p:cNvPr>
          <p:cNvSpPr>
            <a:spLocks noGrp="1"/>
          </p:cNvSpPr>
          <p:nvPr/>
        </p:nvSpPr>
        <p:spPr>
          <a:xfrm>
            <a:off x="628650" y="504825"/>
            <a:ext cx="10934700" cy="819150"/>
          </a:xfrm>
          <a:prstGeom prst="rect">
            <a:avLst/>
          </a:prstGeom>
          <a:noFill/>
          <a:ln w="0">
            <a:noFill/>
          </a:ln>
        </p:spPr>
        <p:txBody>
          <a:bodyPr>
            <a:noAutofit/>
          </a:bodyPr>
          <a:lstStyle/>
          <a:p>
            <a:pPr>
              <a:defRPr sz="3525" b="1">
                <a:solidFill>
                  <a:srgbClr val="1D2426"/>
                </a:solidFill>
                <a:latin typeface="Noto Sans KR"/>
                <a:ea typeface="Noto Sans KR"/>
                <a:cs typeface="Noto Sans KR"/>
              </a:defRPr>
            </a:pPr>
            <a:r>
              <a:rPr lang="ko-KR" altLang="en-US" sz="3525" b="1" dirty="0">
                <a:solidFill>
                  <a:srgbClr val="1D2426"/>
                </a:solidFill>
                <a:latin typeface="Noto Sans KR"/>
                <a:ea typeface="Noto Sans KR"/>
                <a:cs typeface="Noto Sans KR"/>
              </a:rPr>
              <a:t>서버 구성</a:t>
            </a:r>
            <a:endParaRPr sz="3525" b="1" dirty="0">
              <a:solidFill>
                <a:srgbClr val="1D2426"/>
              </a:solidFill>
              <a:latin typeface="Noto Sans KR"/>
              <a:ea typeface="Noto Sans KR"/>
              <a:cs typeface="Noto Sans KR"/>
            </a:endParaRPr>
          </a:p>
        </p:txBody>
      </p:sp>
      <p:sp>
        <p:nvSpPr>
          <p:cNvPr id="2" name="직사각형 1">
            <a:extLst>
              <a:ext uri="{FF2B5EF4-FFF2-40B4-BE49-F238E27FC236}">
                <a16:creationId xmlns:a16="http://schemas.microsoft.com/office/drawing/2014/main" id="{F0C0D5CA-DDA8-3F88-F294-991CAFA61EAE}"/>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68716F"/>
                </a:solidFill>
                <a:latin typeface="Noto Sans KR"/>
                <a:ea typeface="Noto Sans KR"/>
                <a:cs typeface="Noto Sans KR"/>
              </a:defRPr>
            </a:pPr>
            <a:r>
              <a:rPr sz="1350" b="0" dirty="0">
                <a:solidFill>
                  <a:srgbClr val="68716F"/>
                </a:solidFill>
                <a:latin typeface="Noto Sans KR"/>
                <a:ea typeface="Noto Sans KR"/>
                <a:cs typeface="Noto Sans KR"/>
              </a:rPr>
              <a:t>0</a:t>
            </a:r>
            <a:r>
              <a:rPr lang="en-US" sz="1350" dirty="0">
                <a:solidFill>
                  <a:srgbClr val="68716F"/>
                </a:solidFill>
                <a:latin typeface="Noto Sans KR"/>
                <a:ea typeface="Noto Sans KR"/>
                <a:cs typeface="Noto Sans KR"/>
              </a:rPr>
              <a:t>8</a:t>
            </a:r>
            <a:endParaRPr sz="1350" b="0" dirty="0">
              <a:solidFill>
                <a:srgbClr val="68716F"/>
              </a:solidFill>
              <a:latin typeface="Noto Sans KR"/>
              <a:ea typeface="Noto Sans KR"/>
              <a:cs typeface="Noto Sans KR"/>
            </a:endParaRPr>
          </a:p>
        </p:txBody>
      </p:sp>
      <p:pic>
        <p:nvPicPr>
          <p:cNvPr id="5" name="그림 4">
            <a:extLst>
              <a:ext uri="{FF2B5EF4-FFF2-40B4-BE49-F238E27FC236}">
                <a16:creationId xmlns:a16="http://schemas.microsoft.com/office/drawing/2014/main" id="{83031256-4E48-CCB2-86AC-A8604FFE95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4388" y="1218381"/>
            <a:ext cx="8656955" cy="5230044"/>
          </a:xfrm>
          <a:prstGeom prst="rect">
            <a:avLst/>
          </a:prstGeom>
        </p:spPr>
      </p:pic>
      <p:sp>
        <p:nvSpPr>
          <p:cNvPr id="10" name="직사각형 9">
            <a:extLst>
              <a:ext uri="{FF2B5EF4-FFF2-40B4-BE49-F238E27FC236}">
                <a16:creationId xmlns:a16="http://schemas.microsoft.com/office/drawing/2014/main" id="{10C5215D-2526-6CEB-D88A-FAE4F6BB28CD}"/>
              </a:ext>
            </a:extLst>
          </p:cNvPr>
          <p:cNvSpPr/>
          <p:nvPr/>
        </p:nvSpPr>
        <p:spPr>
          <a:xfrm>
            <a:off x="2814034" y="1674254"/>
            <a:ext cx="2665927" cy="39653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DAD1F29-0958-6FD8-BEE2-8929A66722A7}"/>
              </a:ext>
            </a:extLst>
          </p:cNvPr>
          <p:cNvSpPr/>
          <p:nvPr/>
        </p:nvSpPr>
        <p:spPr>
          <a:xfrm>
            <a:off x="5479961" y="1674253"/>
            <a:ext cx="2897746" cy="47741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842A1723-7821-4831-68D8-08549842330E}"/>
              </a:ext>
            </a:extLst>
          </p:cNvPr>
          <p:cNvSpPr/>
          <p:nvPr/>
        </p:nvSpPr>
        <p:spPr>
          <a:xfrm>
            <a:off x="8313313" y="1674252"/>
            <a:ext cx="1526146" cy="26659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8878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2"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2" animBg="1"/>
      <p:bldP spid="12" grpId="0" animBg="1"/>
      <p:bldP spid="12" grpId="1"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2426"/>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E208ADCD-B0EE-4225-A107-2971F3B37A96}"/>
              </a:ext>
            </a:extLst>
          </p:cNvPr>
          <p:cNvSpPr>
            <a:spLocks noGrp="1"/>
          </p:cNvSpPr>
          <p:nvPr/>
        </p:nvSpPr>
        <p:spPr>
          <a:xfrm>
            <a:off x="11049000" y="6296025"/>
            <a:ext cx="523875" cy="304800"/>
          </a:xfrm>
          <a:prstGeom prst="rect">
            <a:avLst/>
          </a:prstGeom>
          <a:noFill/>
          <a:ln w="0">
            <a:noFill/>
          </a:ln>
        </p:spPr>
        <p:txBody>
          <a:bodyPr>
            <a:noAutofit/>
          </a:bodyPr>
          <a:lstStyle/>
          <a:p>
            <a:pPr>
              <a:defRPr sz="1350" b="0">
                <a:solidFill>
                  <a:srgbClr val="B6C1C7"/>
                </a:solidFill>
                <a:latin typeface="Noto Sans KR"/>
                <a:ea typeface="Noto Sans KR"/>
                <a:cs typeface="Noto Sans KR"/>
              </a:defRPr>
            </a:pPr>
            <a:r>
              <a:rPr sz="1350" b="0" dirty="0">
                <a:solidFill>
                  <a:srgbClr val="B6C1C7"/>
                </a:solidFill>
                <a:latin typeface="Noto Sans KR"/>
                <a:ea typeface="Noto Sans KR"/>
                <a:cs typeface="Noto Sans KR"/>
              </a:rPr>
              <a:t>0</a:t>
            </a:r>
            <a:r>
              <a:rPr lang="en-US" sz="1350" b="0" dirty="0">
                <a:solidFill>
                  <a:srgbClr val="B6C1C7"/>
                </a:solidFill>
                <a:latin typeface="Noto Sans KR"/>
                <a:ea typeface="Noto Sans KR"/>
                <a:cs typeface="Noto Sans KR"/>
              </a:rPr>
              <a:t>9</a:t>
            </a:r>
            <a:endParaRPr sz="1350" b="0" dirty="0">
              <a:solidFill>
                <a:srgbClr val="B6C1C7"/>
              </a:solidFill>
              <a:latin typeface="Noto Sans KR"/>
              <a:ea typeface="Noto Sans KR"/>
              <a:cs typeface="Noto Sans KR"/>
            </a:endParaRPr>
          </a:p>
        </p:txBody>
      </p:sp>
      <p:sp>
        <p:nvSpPr>
          <p:cNvPr id="2" name="직사각형 1">
            <a:extLst>
              <a:ext uri="{FF2B5EF4-FFF2-40B4-BE49-F238E27FC236}">
                <a16:creationId xmlns:a16="http://schemas.microsoft.com/office/drawing/2014/main" id="{017FA8C6-D5A9-4C6C-9940-FC4A3A7E2B87}"/>
              </a:ext>
            </a:extLst>
          </p:cNvPr>
          <p:cNvSpPr>
            <a:spLocks noGrp="1"/>
          </p:cNvSpPr>
          <p:nvPr/>
        </p:nvSpPr>
        <p:spPr>
          <a:xfrm>
            <a:off x="628650" y="1057275"/>
            <a:ext cx="7239000" cy="2009775"/>
          </a:xfrm>
          <a:prstGeom prst="rect">
            <a:avLst/>
          </a:prstGeom>
          <a:noFill/>
          <a:ln w="0">
            <a:noFill/>
          </a:ln>
        </p:spPr>
        <p:txBody>
          <a:bodyPr>
            <a:noAutofit/>
          </a:bodyPr>
          <a:lstStyle/>
          <a:p>
            <a:pPr>
              <a:defRPr sz="4800" b="1">
                <a:solidFill>
                  <a:srgbClr val="F7F5F0"/>
                </a:solidFill>
                <a:latin typeface="Noto Sans KR"/>
                <a:ea typeface="Noto Sans KR"/>
                <a:cs typeface="Noto Sans KR"/>
              </a:defRPr>
            </a:pPr>
            <a:r>
              <a:rPr sz="4800" b="1">
                <a:solidFill>
                  <a:srgbClr val="F7F5F0"/>
                </a:solidFill>
                <a:latin typeface="Noto Sans KR"/>
                <a:ea typeface="Noto Sans KR"/>
                <a:cs typeface="Noto Sans KR"/>
              </a:rPr>
              <a:t>긴 방송을,</a:t>
            </a:r>
          </a:p>
          <a:p>
            <a:pPr>
              <a:defRPr sz="4800" b="1">
                <a:solidFill>
                  <a:srgbClr val="F7F5F0"/>
                </a:solidFill>
                <a:latin typeface="Noto Sans KR"/>
                <a:ea typeface="Noto Sans KR"/>
                <a:cs typeface="Noto Sans KR"/>
              </a:defRPr>
            </a:pPr>
            <a:r>
              <a:rPr sz="4800" b="1">
                <a:solidFill>
                  <a:srgbClr val="F7F5F0"/>
                </a:solidFill>
                <a:latin typeface="Noto Sans KR"/>
                <a:ea typeface="Noto Sans KR"/>
                <a:cs typeface="Noto Sans KR"/>
              </a:rPr>
              <a:t>한 편의 영상으로</a:t>
            </a:r>
          </a:p>
        </p:txBody>
      </p:sp>
      <p:sp>
        <p:nvSpPr>
          <p:cNvPr id="3" name="직사각형 2">
            <a:extLst>
              <a:ext uri="{FF2B5EF4-FFF2-40B4-BE49-F238E27FC236}">
                <a16:creationId xmlns:a16="http://schemas.microsoft.com/office/drawing/2014/main" id="{8AEE1465-F7CB-4E6A-9FFC-86B683B072C8}"/>
              </a:ext>
            </a:extLst>
          </p:cNvPr>
          <p:cNvSpPr>
            <a:spLocks noGrp="1"/>
          </p:cNvSpPr>
          <p:nvPr/>
        </p:nvSpPr>
        <p:spPr>
          <a:xfrm>
            <a:off x="704850" y="3676650"/>
            <a:ext cx="6477000" cy="1066800"/>
          </a:xfrm>
          <a:prstGeom prst="rect">
            <a:avLst/>
          </a:prstGeom>
          <a:noFill/>
          <a:ln w="0">
            <a:noFill/>
          </a:ln>
        </p:spPr>
        <p:txBody>
          <a:bodyPr>
            <a:noAutofit/>
          </a:bodyPr>
          <a:lstStyle/>
          <a:p>
            <a:pPr>
              <a:defRPr sz="2250" b="1">
                <a:solidFill>
                  <a:srgbClr val="DD936B"/>
                </a:solidFill>
                <a:latin typeface="Noto Sans KR"/>
                <a:ea typeface="Noto Sans KR"/>
                <a:cs typeface="Noto Sans KR"/>
              </a:defRPr>
            </a:pPr>
            <a:r>
              <a:rPr sz="2250" b="1">
                <a:solidFill>
                  <a:srgbClr val="DD936B"/>
                </a:solidFill>
                <a:latin typeface="Noto Sans KR"/>
                <a:ea typeface="Noto Sans KR"/>
                <a:cs typeface="Noto Sans KR"/>
              </a:rPr>
              <a:t>주요 구간을 추천하고</a:t>
            </a:r>
          </a:p>
          <a:p>
            <a:pPr>
              <a:defRPr sz="2250" b="1">
                <a:solidFill>
                  <a:srgbClr val="DD936B"/>
                </a:solidFill>
                <a:latin typeface="Noto Sans KR"/>
                <a:ea typeface="Noto Sans KR"/>
                <a:cs typeface="Noto Sans KR"/>
              </a:defRPr>
            </a:pPr>
            <a:r>
              <a:rPr sz="2250" b="1">
                <a:solidFill>
                  <a:srgbClr val="DD936B"/>
                </a:solidFill>
                <a:latin typeface="Noto Sans KR"/>
                <a:ea typeface="Noto Sans KR"/>
                <a:cs typeface="Noto Sans KR"/>
              </a:rPr>
              <a:t>사용자가 남길 내용을 결정합니다.</a:t>
            </a:r>
          </a:p>
        </p:txBody>
      </p:sp>
      <p:sp>
        <p:nvSpPr>
          <p:cNvPr id="4" name="직사각형 3">
            <a:extLst>
              <a:ext uri="{FF2B5EF4-FFF2-40B4-BE49-F238E27FC236}">
                <a16:creationId xmlns:a16="http://schemas.microsoft.com/office/drawing/2014/main" id="{EF57AB6D-1DB3-4C33-BFAA-1F6C41717070}"/>
              </a:ext>
            </a:extLst>
          </p:cNvPr>
          <p:cNvSpPr>
            <a:spLocks noGrp="1"/>
          </p:cNvSpPr>
          <p:nvPr/>
        </p:nvSpPr>
        <p:spPr>
          <a:xfrm>
            <a:off x="714375" y="5248275"/>
            <a:ext cx="8572500" cy="781050"/>
          </a:xfrm>
          <a:prstGeom prst="rect">
            <a:avLst/>
          </a:prstGeom>
          <a:noFill/>
          <a:ln w="0">
            <a:noFill/>
          </a:ln>
        </p:spPr>
        <p:txBody>
          <a:bodyPr>
            <a:noAutofit/>
          </a:bodyPr>
          <a:lstStyle/>
          <a:p>
            <a:pPr>
              <a:defRPr sz="1725" b="0">
                <a:solidFill>
                  <a:srgbClr val="C5C4BE"/>
                </a:solidFill>
                <a:latin typeface="Noto Sans KR"/>
                <a:ea typeface="Noto Sans KR"/>
                <a:cs typeface="Noto Sans KR"/>
              </a:defRPr>
            </a:pPr>
            <a:endParaRPr sz="1725" b="0" dirty="0">
              <a:solidFill>
                <a:srgbClr val="C5C4BE"/>
              </a:solidFill>
              <a:latin typeface="Noto Sans KR"/>
              <a:ea typeface="Noto Sans KR"/>
              <a:cs typeface="Noto Sans KR"/>
            </a:endParaRPr>
          </a:p>
        </p:txBody>
      </p:sp>
      <p:sp>
        <p:nvSpPr>
          <p:cNvPr id="5" name="직사각형 4">
            <a:extLst>
              <a:ext uri="{FF2B5EF4-FFF2-40B4-BE49-F238E27FC236}">
                <a16:creationId xmlns:a16="http://schemas.microsoft.com/office/drawing/2014/main" id="{437CBB1F-CBE1-4C17-9738-2846D4E84932}"/>
              </a:ext>
            </a:extLst>
          </p:cNvPr>
          <p:cNvSpPr>
            <a:spLocks noGrp="1"/>
          </p:cNvSpPr>
          <p:nvPr/>
        </p:nvSpPr>
        <p:spPr>
          <a:xfrm>
            <a:off x="714375" y="6238875"/>
            <a:ext cx="9429750" cy="314325"/>
          </a:xfrm>
          <a:prstGeom prst="rect">
            <a:avLst/>
          </a:prstGeom>
          <a:noFill/>
          <a:ln w="0">
            <a:noFill/>
          </a:ln>
        </p:spPr>
        <p:txBody>
          <a:bodyPr>
            <a:noAutofit/>
          </a:bodyPr>
          <a:lstStyle/>
          <a:p>
            <a:pPr>
              <a:defRPr sz="1350" b="0">
                <a:solidFill>
                  <a:srgbClr val="C5C4BE"/>
                </a:solidFill>
                <a:latin typeface="Noto Sans KR"/>
                <a:ea typeface="Noto Sans KR"/>
                <a:cs typeface="Noto Sans KR"/>
              </a:defRPr>
            </a:pPr>
            <a:r>
              <a:rPr sz="1350" b="0">
                <a:solidFill>
                  <a:srgbClr val="C5C4BE"/>
                </a:solidFill>
                <a:latin typeface="Noto Sans KR"/>
                <a:ea typeface="Noto Sans KR"/>
                <a:cs typeface="Noto Sans KR"/>
              </a:rPr>
              <a:t>AVE  /  팀 아무거나</a:t>
            </a:r>
          </a:p>
        </p:txBody>
      </p:sp>
      <p:pic>
        <p:nvPicPr>
          <p:cNvPr id="13" name="그림 12"/>
          <p:cNvPicPr>
            <a:picLocks noChangeAspect="1"/>
          </p:cNvPicPr>
          <p:nvPr/>
        </p:nvPicPr>
        <p:blipFill>
          <a:blip r:embed="rId3"/>
          <a:stretch/>
        </p:blipFill>
        <p:spPr>
          <a:xfrm>
            <a:off x="7591425" y="1759632"/>
            <a:ext cx="3914775" cy="2510062"/>
          </a:xfrm>
          <a:prstGeom prst="rect">
            <a:avLst/>
          </a:prstGeom>
        </p:spPr>
      </p:pic>
      <p:sp>
        <p:nvSpPr>
          <p:cNvPr id="7" name="직사각형 6">
            <a:extLst>
              <a:ext uri="{FF2B5EF4-FFF2-40B4-BE49-F238E27FC236}">
                <a16:creationId xmlns:a16="http://schemas.microsoft.com/office/drawing/2014/main" id="{8208283D-540F-40BD-8922-90E27FC7EA9A}"/>
              </a:ext>
            </a:extLst>
          </p:cNvPr>
          <p:cNvSpPr>
            <a:spLocks noGrp="1"/>
          </p:cNvSpPr>
          <p:nvPr/>
        </p:nvSpPr>
        <p:spPr>
          <a:xfrm>
            <a:off x="7686675" y="4533900"/>
            <a:ext cx="3819525" cy="400050"/>
          </a:xfrm>
          <a:prstGeom prst="rect">
            <a:avLst/>
          </a:prstGeom>
          <a:noFill/>
          <a:ln w="0">
            <a:noFill/>
          </a:ln>
        </p:spPr>
        <p:txBody>
          <a:bodyPr>
            <a:noAutofit/>
          </a:bodyPr>
          <a:lstStyle/>
          <a:p>
            <a:pPr>
              <a:defRPr sz="1725" b="0">
                <a:solidFill>
                  <a:srgbClr val="C5C4BE"/>
                </a:solidFill>
                <a:latin typeface="Noto Sans KR"/>
                <a:ea typeface="Noto Sans KR"/>
                <a:cs typeface="Noto Sans KR"/>
              </a:defRPr>
            </a:pPr>
            <a:r>
              <a:rPr sz="1725" b="0">
                <a:solidFill>
                  <a:srgbClr val="C5C4BE"/>
                </a:solidFill>
                <a:latin typeface="Noto Sans KR"/>
                <a:ea typeface="Noto Sans KR"/>
                <a:cs typeface="Noto Sans KR"/>
              </a:rPr>
              <a:t>자막을 포함한 완성 영상</a:t>
            </a:r>
          </a:p>
        </p:txBody>
      </p:sp>
    </p:spTree>
    <p:extLst>
      <p:ext uri="{BB962C8B-B14F-4D97-AF65-F5344CB8AC3E}">
        <p14:creationId xmlns:p14="http://schemas.microsoft.com/office/powerpoint/2010/main" val="3465240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TotalTime>
  <Words>1816</Words>
  <Application>Microsoft Office PowerPoint</Application>
  <DocSecurity>0</DocSecurity>
  <PresentationFormat>와이드스크린</PresentationFormat>
  <Paragraphs>175</Paragraphs>
  <Slides>9</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Noto Sans KR</vt:lpstr>
      <vt:lpstr>맑은 고딕</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도엽 염</cp:lastModifiedBy>
  <cp:revision>5</cp:revision>
  <dcterms:created xsi:type="dcterms:W3CDTF">2026-09-20T04:08:26Z</dcterms:created>
  <dcterms:modified xsi:type="dcterms:W3CDTF">2026-09-20T16:27:23Z</dcterms:modified>
</cp:coreProperties>
</file>